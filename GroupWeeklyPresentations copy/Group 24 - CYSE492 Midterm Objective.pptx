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Helvetica Neue"/>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t3iGcvryzFAjtB4XzHdGKpIN1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B2537C-5C74-45EB-8683-23615E121D7E}">
  <a:tblStyle styleId="{97B2537C-5C74-45EB-8683-23615E121D7E}"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217E9BD-C2EA-4827-9F58-8DD1E7929950}"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HelveticaNeue-bold.fntdata"/><Relationship Id="rId21" Type="http://schemas.openxmlformats.org/officeDocument/2006/relationships/font" Target="fonts/HelveticaNeue-regular.fntdata"/><Relationship Id="rId24" Type="http://schemas.openxmlformats.org/officeDocument/2006/relationships/font" Target="fonts/HelveticaNeue-boldItalic.fntdata"/><Relationship Id="rId23" Type="http://schemas.openxmlformats.org/officeDocument/2006/relationships/font" Target="fonts/HelveticaNeue-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88bf2b7d7f_5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Anirudh, Bishesh, David, Diemmi, Hiten, Joseph</a:t>
            </a:r>
            <a:endParaRPr/>
          </a:p>
          <a:p>
            <a:pPr indent="0" lvl="0" marL="0" rtl="0" algn="l">
              <a:spcBef>
                <a:spcPts val="0"/>
              </a:spcBef>
              <a:spcAft>
                <a:spcPts val="0"/>
              </a:spcAft>
              <a:buNone/>
            </a:pPr>
            <a:r>
              <a:t/>
            </a:r>
            <a:endParaRPr/>
          </a:p>
        </p:txBody>
      </p:sp>
      <p:sp>
        <p:nvSpPr>
          <p:cNvPr id="143" name="Google Shape;143;g388bf2b7d7f_5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88bf2b7d7f_1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Anirudh, Bishesh, David, Diemmi, Hiten, Joseph</a:t>
            </a:r>
            <a:endParaRPr/>
          </a:p>
          <a:p>
            <a:pPr indent="0" lvl="0" marL="0" rtl="0" algn="l">
              <a:spcBef>
                <a:spcPts val="0"/>
              </a:spcBef>
              <a:spcAft>
                <a:spcPts val="0"/>
              </a:spcAft>
              <a:buNone/>
            </a:pPr>
            <a:r>
              <a:t/>
            </a:r>
            <a:endParaRPr/>
          </a:p>
        </p:txBody>
      </p:sp>
      <p:sp>
        <p:nvSpPr>
          <p:cNvPr id="150" name="Google Shape;150;g388bf2b7d7f_1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88bf2b7d7f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88bf2b7d7f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Anirudh, Bishesh, David, Diemmi, Hiten, Joseph</a:t>
            </a:r>
            <a:endParaRPr/>
          </a:p>
          <a:p>
            <a:pPr indent="0" lvl="0" marL="0" rtl="0" algn="l">
              <a:spcBef>
                <a:spcPts val="0"/>
              </a:spcBef>
              <a:spcAft>
                <a:spcPts val="0"/>
              </a:spcAft>
              <a:buNone/>
            </a:pPr>
            <a:r>
              <a:t/>
            </a:r>
            <a:endParaRPr/>
          </a:p>
        </p:txBody>
      </p:sp>
      <p:sp>
        <p:nvSpPr>
          <p:cNvPr id="159" name="Google Shape;159;g388bf2b7d7f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Anirudh, Bishesh, David, Diemmi, Hiten, Joseph</a:t>
            </a:r>
            <a:endParaRPr/>
          </a:p>
          <a:p>
            <a:pPr indent="0" lvl="0" marL="0" rtl="0" algn="l">
              <a:spcBef>
                <a:spcPts val="0"/>
              </a:spcBef>
              <a:spcAft>
                <a:spcPts val="0"/>
              </a:spcAft>
              <a:buNone/>
            </a:pPr>
            <a:r>
              <a:t/>
            </a:r>
            <a:endParaRPr/>
          </a:p>
        </p:txBody>
      </p:sp>
      <p:sp>
        <p:nvSpPr>
          <p:cNvPr id="166" name="Google Shape;16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8bf2b7d7f_1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Anirudh, Bishesh, David, Diemmi, Hiten, Joseph</a:t>
            </a:r>
            <a:endParaRPr/>
          </a:p>
          <a:p>
            <a:pPr indent="0" lvl="0" marL="0" rtl="0" algn="l">
              <a:spcBef>
                <a:spcPts val="0"/>
              </a:spcBef>
              <a:spcAft>
                <a:spcPts val="0"/>
              </a:spcAft>
              <a:buNone/>
            </a:pPr>
            <a:r>
              <a:t/>
            </a:r>
            <a:endParaRPr/>
          </a:p>
        </p:txBody>
      </p:sp>
      <p:sp>
        <p:nvSpPr>
          <p:cNvPr id="174" name="Google Shape;174;g388bf2b7d7f_1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88bf2b7d7f_8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Anirudh, Bishesh, David, Diemmi, Hiten, Joseph</a:t>
            </a:r>
            <a:endParaRPr/>
          </a:p>
          <a:p>
            <a:pPr indent="0" lvl="0" marL="0" rtl="0" algn="l">
              <a:spcBef>
                <a:spcPts val="0"/>
              </a:spcBef>
              <a:spcAft>
                <a:spcPts val="0"/>
              </a:spcAft>
              <a:buNone/>
            </a:pPr>
            <a:r>
              <a:t/>
            </a:r>
            <a:endParaRPr/>
          </a:p>
        </p:txBody>
      </p:sp>
      <p:sp>
        <p:nvSpPr>
          <p:cNvPr id="184" name="Google Shape;184;g388bf2b7d7f_8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88bf2b7d7f_3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Anirudh, Bishesh, David, Diemmi, Hiten, Joseph</a:t>
            </a:r>
            <a:endParaRPr/>
          </a:p>
          <a:p>
            <a:pPr indent="0" lvl="0" marL="0" rtl="0" algn="l">
              <a:spcBef>
                <a:spcPts val="0"/>
              </a:spcBef>
              <a:spcAft>
                <a:spcPts val="0"/>
              </a:spcAft>
              <a:buNone/>
            </a:pPr>
            <a:r>
              <a:t/>
            </a:r>
            <a:endParaRPr/>
          </a:p>
        </p:txBody>
      </p:sp>
      <p:sp>
        <p:nvSpPr>
          <p:cNvPr id="197" name="Google Shape;197;g388bf2b7d7f_3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Anirudh, Bishesh, David, Diemmi, Hiten, Joseph</a:t>
            </a:r>
            <a:endParaRPr/>
          </a:p>
          <a:p>
            <a:pPr indent="0" lvl="0" marL="0" rtl="0" algn="l">
              <a:spcBef>
                <a:spcPts val="0"/>
              </a:spcBef>
              <a:spcAft>
                <a:spcPts val="0"/>
              </a:spcAft>
              <a:buNone/>
            </a:pPr>
            <a:r>
              <a:t/>
            </a:r>
            <a:endParaRPr/>
          </a:p>
        </p:txBody>
      </p:sp>
      <p:sp>
        <p:nvSpPr>
          <p:cNvPr id="204" name="Google Shape;20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88bf2b7d7f_2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88bf2b7d7f_2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Anirudh, Bishesh, David, Diemmi, Hiten, Joseph</a:t>
            </a:r>
            <a:endParaRPr/>
          </a:p>
          <a:p>
            <a:pPr indent="0" lvl="0" marL="0" rtl="0" algn="l">
              <a:spcBef>
                <a:spcPts val="0"/>
              </a:spcBef>
              <a:spcAft>
                <a:spcPts val="0"/>
              </a:spcAft>
              <a:buNone/>
            </a:pPr>
            <a:r>
              <a:t/>
            </a:r>
            <a:endParaRPr/>
          </a:p>
        </p:txBody>
      </p:sp>
      <p:sp>
        <p:nvSpPr>
          <p:cNvPr id="265" name="Google Shape;265;g388bf2b7d7f_2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88bf2b7d7f_3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Anirudh, Bishesh, David, Diemmi, Hiten, Joseph</a:t>
            </a:r>
            <a:endParaRPr/>
          </a:p>
          <a:p>
            <a:pPr indent="0" lvl="0" marL="0" rtl="0" algn="l">
              <a:spcBef>
                <a:spcPts val="0"/>
              </a:spcBef>
              <a:spcAft>
                <a:spcPts val="0"/>
              </a:spcAft>
              <a:buNone/>
            </a:pPr>
            <a:r>
              <a:t/>
            </a:r>
            <a:endParaRPr/>
          </a:p>
        </p:txBody>
      </p:sp>
      <p:sp>
        <p:nvSpPr>
          <p:cNvPr id="272" name="Google Shape;272;g388bf2b7d7f_3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88bf2b7d7f_3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Anirudh, Bishesh, David, Diemmi, Hiten, Joseph</a:t>
            </a:r>
            <a:endParaRPr/>
          </a:p>
          <a:p>
            <a:pPr indent="0" lvl="0" marL="0" rtl="0" algn="l">
              <a:spcBef>
                <a:spcPts val="0"/>
              </a:spcBef>
              <a:spcAft>
                <a:spcPts val="0"/>
              </a:spcAft>
              <a:buNone/>
            </a:pPr>
            <a:r>
              <a:t/>
            </a:r>
            <a:endParaRPr/>
          </a:p>
        </p:txBody>
      </p:sp>
      <p:sp>
        <p:nvSpPr>
          <p:cNvPr id="279" name="Google Shape;279;g388bf2b7d7f_3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88bf2b7d7f_3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Anirudh, Bishesh, David, Diemmi, Hiten, Joseph</a:t>
            </a:r>
            <a:endParaRPr/>
          </a:p>
          <a:p>
            <a:pPr indent="0" lvl="0" marL="0" rtl="0" algn="l">
              <a:spcBef>
                <a:spcPts val="0"/>
              </a:spcBef>
              <a:spcAft>
                <a:spcPts val="0"/>
              </a:spcAft>
              <a:buNone/>
            </a:pPr>
            <a:r>
              <a:t/>
            </a:r>
            <a:endParaRPr/>
          </a:p>
        </p:txBody>
      </p:sp>
      <p:sp>
        <p:nvSpPr>
          <p:cNvPr id="287" name="Google Shape;287;g388bf2b7d7f_3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Anirudh, Bishesh, David, Diemmi, Hiten, Joseph</a:t>
            </a:r>
            <a:endParaRPr/>
          </a:p>
          <a:p>
            <a:pPr indent="0" lvl="0" marL="0" rtl="0" algn="l">
              <a:spcBef>
                <a:spcPts val="0"/>
              </a:spcBef>
              <a:spcAft>
                <a:spcPts val="0"/>
              </a:spcAft>
              <a:buNone/>
            </a:pPr>
            <a:r>
              <a:t/>
            </a:r>
            <a:endParaRPr/>
          </a:p>
        </p:txBody>
      </p:sp>
      <p:sp>
        <p:nvSpPr>
          <p:cNvPr id="295" name="Google Shape;29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1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4.png"/><Relationship Id="rId4" Type="http://schemas.openxmlformats.org/officeDocument/2006/relationships/image" Target="../media/image22.png"/><Relationship Id="rId5" Type="http://schemas.openxmlformats.org/officeDocument/2006/relationships/image" Target="../media/image19.png"/><Relationship Id="rId6" Type="http://schemas.openxmlformats.org/officeDocument/2006/relationships/image" Target="../media/image24.png"/><Relationship Id="rId7" Type="http://schemas.openxmlformats.org/officeDocument/2006/relationships/image" Target="../media/image16.png"/><Relationship Id="rId8" Type="http://schemas.openxmlformats.org/officeDocument/2006/relationships/image" Target="../media/image2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3" name="Shape 13"/>
        <p:cNvGrpSpPr/>
        <p:nvPr/>
      </p:nvGrpSpPr>
      <p:grpSpPr>
        <a:xfrm>
          <a:off x="0" y="0"/>
          <a:ext cx="0" cy="0"/>
          <a:chOff x="0" y="0"/>
          <a:chExt cx="0" cy="0"/>
        </a:xfrm>
      </p:grpSpPr>
      <p:pic>
        <p:nvPicPr>
          <p:cNvPr id="14" name="Google Shape;14;p28"/>
          <p:cNvPicPr preferRelativeResize="0"/>
          <p:nvPr/>
        </p:nvPicPr>
        <p:blipFill rotWithShape="1">
          <a:blip r:embed="rId2">
            <a:alphaModFix/>
          </a:blip>
          <a:srcRect b="26962" l="0" r="0" t="49704"/>
          <a:stretch/>
        </p:blipFill>
        <p:spPr>
          <a:xfrm>
            <a:off x="0" y="5257798"/>
            <a:ext cx="12192000" cy="1600201"/>
          </a:xfrm>
          <a:prstGeom prst="rect">
            <a:avLst/>
          </a:prstGeom>
          <a:noFill/>
          <a:ln>
            <a:noFill/>
          </a:ln>
        </p:spPr>
      </p:pic>
      <p:sp>
        <p:nvSpPr>
          <p:cNvPr id="15" name="Google Shape;15;p28"/>
          <p:cNvSpPr txBox="1"/>
          <p:nvPr>
            <p:ph type="ctrTitle"/>
          </p:nvPr>
        </p:nvSpPr>
        <p:spPr>
          <a:xfrm>
            <a:off x="838199" y="2291644"/>
            <a:ext cx="5574476" cy="168542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5000"/>
              <a:buFont typeface="Arial"/>
              <a:buNone/>
              <a:defRPr b="1" i="0" sz="5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8"/>
          <p:cNvSpPr txBox="1"/>
          <p:nvPr>
            <p:ph idx="1" type="subTitle"/>
          </p:nvPr>
        </p:nvSpPr>
        <p:spPr>
          <a:xfrm>
            <a:off x="838199" y="3977070"/>
            <a:ext cx="5574476" cy="76676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Clr>
                <a:srgbClr val="00909E"/>
              </a:buClr>
              <a:buSzPts val="2400"/>
              <a:buNone/>
              <a:defRPr b="1" i="0" sz="2400">
                <a:solidFill>
                  <a:srgbClr val="00909E"/>
                </a:solidFill>
                <a:latin typeface="Arial"/>
                <a:ea typeface="Arial"/>
                <a:cs typeface="Arial"/>
                <a:sym typeface="Arial"/>
              </a:defRPr>
            </a:lvl1pPr>
            <a:lvl2pPr lvl="1" algn="ctr">
              <a:lnSpc>
                <a:spcPct val="100000"/>
              </a:lnSpc>
              <a:spcBef>
                <a:spcPts val="500"/>
              </a:spcBef>
              <a:spcAft>
                <a:spcPts val="0"/>
              </a:spcAft>
              <a:buClr>
                <a:schemeClr val="dk1"/>
              </a:buClr>
              <a:buSzPts val="2000"/>
              <a:buNone/>
              <a:defRPr sz="2000"/>
            </a:lvl2pPr>
            <a:lvl3pPr lvl="2" algn="ctr">
              <a:lnSpc>
                <a:spcPct val="100000"/>
              </a:lnSpc>
              <a:spcBef>
                <a:spcPts val="500"/>
              </a:spcBef>
              <a:spcAft>
                <a:spcPts val="0"/>
              </a:spcAft>
              <a:buClr>
                <a:schemeClr val="dk1"/>
              </a:buClr>
              <a:buSzPts val="1800"/>
              <a:buNone/>
              <a:defRPr sz="1800"/>
            </a:lvl3pPr>
            <a:lvl4pPr lvl="3" algn="ctr">
              <a:lnSpc>
                <a:spcPct val="100000"/>
              </a:lnSpc>
              <a:spcBef>
                <a:spcPts val="500"/>
              </a:spcBef>
              <a:spcAft>
                <a:spcPts val="0"/>
              </a:spcAft>
              <a:buClr>
                <a:schemeClr val="dk1"/>
              </a:buClr>
              <a:buSzPts val="1600"/>
              <a:buNone/>
              <a:defRPr sz="1600"/>
            </a:lvl4pPr>
            <a:lvl5pPr lvl="4" algn="ctr">
              <a:lnSpc>
                <a:spcPct val="10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28"/>
          <p:cNvSpPr txBox="1"/>
          <p:nvPr>
            <p:ph idx="2" type="body"/>
          </p:nvPr>
        </p:nvSpPr>
        <p:spPr>
          <a:xfrm>
            <a:off x="879474" y="5522029"/>
            <a:ext cx="4885705" cy="902526"/>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2200"/>
              <a:buNone/>
              <a:defRPr sz="2200">
                <a:solidFill>
                  <a:schemeClr val="lt1"/>
                </a:solidFill>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8" name="Google Shape;18;p28"/>
          <p:cNvPicPr preferRelativeResize="0"/>
          <p:nvPr/>
        </p:nvPicPr>
        <p:blipFill rotWithShape="1">
          <a:blip r:embed="rId3">
            <a:alphaModFix/>
          </a:blip>
          <a:srcRect b="0" l="0" r="0" t="0"/>
          <a:stretch/>
        </p:blipFill>
        <p:spPr>
          <a:xfrm>
            <a:off x="887359" y="433445"/>
            <a:ext cx="2086016" cy="1396533"/>
          </a:xfrm>
          <a:prstGeom prst="rect">
            <a:avLst/>
          </a:prstGeom>
          <a:noFill/>
          <a:ln>
            <a:noFill/>
          </a:ln>
        </p:spPr>
      </p:pic>
      <p:sp>
        <p:nvSpPr>
          <p:cNvPr id="19" name="Google Shape;19;p28"/>
          <p:cNvSpPr/>
          <p:nvPr>
            <p:ph idx="3" type="pic"/>
          </p:nvPr>
        </p:nvSpPr>
        <p:spPr>
          <a:xfrm>
            <a:off x="6974959" y="0"/>
            <a:ext cx="5217042" cy="6857999"/>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col">
  <p:cSld name="Content 2 col">
    <p:spTree>
      <p:nvGrpSpPr>
        <p:cNvPr id="20" name="Shape 20"/>
        <p:cNvGrpSpPr/>
        <p:nvPr/>
      </p:nvGrpSpPr>
      <p:grpSpPr>
        <a:xfrm>
          <a:off x="0" y="0"/>
          <a:ext cx="0" cy="0"/>
          <a:chOff x="0" y="0"/>
          <a:chExt cx="0" cy="0"/>
        </a:xfrm>
      </p:grpSpPr>
      <p:pic>
        <p:nvPicPr>
          <p:cNvPr id="21" name="Google Shape;21;p29"/>
          <p:cNvPicPr preferRelativeResize="0"/>
          <p:nvPr/>
        </p:nvPicPr>
        <p:blipFill rotWithShape="1">
          <a:blip r:embed="rId2">
            <a:alphaModFix amt="20000"/>
          </a:blip>
          <a:srcRect b="52017" l="-2210" r="9827" t="0"/>
          <a:stretch/>
        </p:blipFill>
        <p:spPr>
          <a:xfrm>
            <a:off x="4778299" y="3029461"/>
            <a:ext cx="7413701" cy="3828540"/>
          </a:xfrm>
          <a:prstGeom prst="rect">
            <a:avLst/>
          </a:prstGeom>
          <a:noFill/>
          <a:ln>
            <a:noFill/>
          </a:ln>
        </p:spPr>
      </p:pic>
      <p:sp>
        <p:nvSpPr>
          <p:cNvPr id="22" name="Google Shape;22;p29"/>
          <p:cNvSpPr txBox="1"/>
          <p:nvPr>
            <p:ph type="title"/>
          </p:nvPr>
        </p:nvSpPr>
        <p:spPr>
          <a:xfrm>
            <a:off x="1990846" y="0"/>
            <a:ext cx="9362953"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9"/>
          <p:cNvSpPr txBox="1"/>
          <p:nvPr>
            <p:ph idx="1" type="body"/>
          </p:nvPr>
        </p:nvSpPr>
        <p:spPr>
          <a:xfrm>
            <a:off x="1954479" y="2656112"/>
            <a:ext cx="4141521" cy="263902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000"/>
              </a:spcBef>
              <a:spcAft>
                <a:spcPts val="0"/>
              </a:spcAft>
              <a:buClr>
                <a:schemeClr val="dk1"/>
              </a:buClr>
              <a:buSzPts val="2400"/>
              <a:buFont typeface="Arial"/>
              <a:buChar char="•"/>
              <a:defRPr>
                <a:solidFill>
                  <a:schemeClr val="dk1"/>
                </a:solidFill>
              </a:defRPr>
            </a:lvl1pPr>
            <a:lvl2pPr indent="-228600" lvl="1" marL="914400" algn="l">
              <a:lnSpc>
                <a:spcPct val="100000"/>
              </a:lnSpc>
              <a:spcBef>
                <a:spcPts val="500"/>
              </a:spcBef>
              <a:spcAft>
                <a:spcPts val="0"/>
              </a:spcAft>
              <a:buClr>
                <a:schemeClr val="dk1"/>
              </a:buClr>
              <a:buSzPts val="2400"/>
              <a:buNone/>
              <a:defRPr>
                <a:solidFill>
                  <a:schemeClr val="dk1"/>
                </a:solidFill>
              </a:defRPr>
            </a:lvl2pPr>
            <a:lvl3pPr indent="-228600" lvl="2" marL="1371600" algn="l">
              <a:lnSpc>
                <a:spcPct val="100000"/>
              </a:lnSpc>
              <a:spcBef>
                <a:spcPts val="500"/>
              </a:spcBef>
              <a:spcAft>
                <a:spcPts val="0"/>
              </a:spcAft>
              <a:buClr>
                <a:schemeClr val="dk1"/>
              </a:buClr>
              <a:buSzPts val="2400"/>
              <a:buNone/>
              <a:defRPr>
                <a:solidFill>
                  <a:schemeClr val="dk1"/>
                </a:solidFill>
              </a:defRPr>
            </a:lvl3pPr>
            <a:lvl4pPr indent="-228600" lvl="3" marL="1828800" algn="l">
              <a:lnSpc>
                <a:spcPct val="100000"/>
              </a:lnSpc>
              <a:spcBef>
                <a:spcPts val="500"/>
              </a:spcBef>
              <a:spcAft>
                <a:spcPts val="0"/>
              </a:spcAft>
              <a:buClr>
                <a:schemeClr val="dk1"/>
              </a:buClr>
              <a:buSzPts val="2400"/>
              <a:buNone/>
              <a:defRPr>
                <a:solidFill>
                  <a:schemeClr val="dk1"/>
                </a:solidFill>
              </a:defRPr>
            </a:lvl4pPr>
            <a:lvl5pPr indent="-228600" lvl="4" marL="2286000" algn="l">
              <a:lnSpc>
                <a:spcPct val="100000"/>
              </a:lnSpc>
              <a:spcBef>
                <a:spcPts val="500"/>
              </a:spcBef>
              <a:spcAft>
                <a:spcPts val="0"/>
              </a:spcAft>
              <a:buClr>
                <a:schemeClr val="dk1"/>
              </a:buClr>
              <a:buSzPts val="2400"/>
              <a:buNone/>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r>
              <a:rPr lang="en-US"/>
              <a:t>  |  George Mason University</a:t>
            </a:r>
            <a:endParaRPr/>
          </a:p>
        </p:txBody>
      </p:sp>
      <p:sp>
        <p:nvSpPr>
          <p:cNvPr id="25" name="Google Shape;25;p29"/>
          <p:cNvSpPr txBox="1"/>
          <p:nvPr>
            <p:ph idx="2" type="body"/>
          </p:nvPr>
        </p:nvSpPr>
        <p:spPr>
          <a:xfrm>
            <a:off x="1954479" y="1865822"/>
            <a:ext cx="4141521" cy="620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accent2"/>
              </a:buClr>
              <a:buSzPts val="2400"/>
              <a:buNone/>
              <a:defRPr b="1" i="0">
                <a:solidFill>
                  <a:schemeClr val="accent2"/>
                </a:solidFill>
                <a:latin typeface="Arial"/>
                <a:ea typeface="Arial"/>
                <a:cs typeface="Arial"/>
                <a:sym typeface="Arial"/>
              </a:defRPr>
            </a:lvl1pPr>
            <a:lvl2pPr indent="-228600" lvl="1" marL="914400" algn="l">
              <a:lnSpc>
                <a:spcPct val="100000"/>
              </a:lnSpc>
              <a:spcBef>
                <a:spcPts val="500"/>
              </a:spcBef>
              <a:spcAft>
                <a:spcPts val="0"/>
              </a:spcAft>
              <a:buClr>
                <a:schemeClr val="dk1"/>
              </a:buClr>
              <a:buSzPts val="2400"/>
              <a:buNone/>
              <a:defRPr/>
            </a:lvl2pPr>
            <a:lvl3pPr indent="-228600" lvl="2" marL="1371600" algn="l">
              <a:lnSpc>
                <a:spcPct val="100000"/>
              </a:lnSpc>
              <a:spcBef>
                <a:spcPts val="500"/>
              </a:spcBef>
              <a:spcAft>
                <a:spcPts val="0"/>
              </a:spcAft>
              <a:buClr>
                <a:schemeClr val="dk1"/>
              </a:buClr>
              <a:buSzPts val="2400"/>
              <a:buNone/>
              <a:defRPr/>
            </a:lvl3pPr>
            <a:lvl4pPr indent="-228600" lvl="3" marL="1828800" algn="l">
              <a:lnSpc>
                <a:spcPct val="100000"/>
              </a:lnSpc>
              <a:spcBef>
                <a:spcPts val="500"/>
              </a:spcBef>
              <a:spcAft>
                <a:spcPts val="0"/>
              </a:spcAft>
              <a:buClr>
                <a:schemeClr val="dk1"/>
              </a:buClr>
              <a:buSzPts val="2400"/>
              <a:buNone/>
              <a:defRPr/>
            </a:lvl4pPr>
            <a:lvl5pPr indent="-228600" lvl="4" marL="2286000" algn="l">
              <a:lnSpc>
                <a:spcPct val="100000"/>
              </a:lnSpc>
              <a:spcBef>
                <a:spcPts val="500"/>
              </a:spcBef>
              <a:spcAft>
                <a:spcPts val="0"/>
              </a:spcAft>
              <a:buClr>
                <a:schemeClr val="dk1"/>
              </a:buClr>
              <a:buSzPts val="2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9"/>
          <p:cNvSpPr/>
          <p:nvPr/>
        </p:nvSpPr>
        <p:spPr>
          <a:xfrm>
            <a:off x="0" y="0"/>
            <a:ext cx="13716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7" name="Google Shape;27;p29"/>
          <p:cNvSpPr txBox="1"/>
          <p:nvPr>
            <p:ph idx="3" type="body"/>
          </p:nvPr>
        </p:nvSpPr>
        <p:spPr>
          <a:xfrm>
            <a:off x="6513779" y="2656112"/>
            <a:ext cx="4141521" cy="263902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000"/>
              </a:spcBef>
              <a:spcAft>
                <a:spcPts val="0"/>
              </a:spcAft>
              <a:buClr>
                <a:schemeClr val="dk1"/>
              </a:buClr>
              <a:buSzPts val="2400"/>
              <a:buFont typeface="Arial"/>
              <a:buChar char="•"/>
              <a:defRPr>
                <a:solidFill>
                  <a:schemeClr val="dk1"/>
                </a:solidFill>
              </a:defRPr>
            </a:lvl1pPr>
            <a:lvl2pPr indent="-228600" lvl="1" marL="914400" algn="l">
              <a:lnSpc>
                <a:spcPct val="100000"/>
              </a:lnSpc>
              <a:spcBef>
                <a:spcPts val="500"/>
              </a:spcBef>
              <a:spcAft>
                <a:spcPts val="0"/>
              </a:spcAft>
              <a:buClr>
                <a:schemeClr val="dk1"/>
              </a:buClr>
              <a:buSzPts val="2400"/>
              <a:buNone/>
              <a:defRPr>
                <a:solidFill>
                  <a:schemeClr val="dk1"/>
                </a:solidFill>
              </a:defRPr>
            </a:lvl2pPr>
            <a:lvl3pPr indent="-228600" lvl="2" marL="1371600" algn="l">
              <a:lnSpc>
                <a:spcPct val="100000"/>
              </a:lnSpc>
              <a:spcBef>
                <a:spcPts val="500"/>
              </a:spcBef>
              <a:spcAft>
                <a:spcPts val="0"/>
              </a:spcAft>
              <a:buClr>
                <a:schemeClr val="dk1"/>
              </a:buClr>
              <a:buSzPts val="2400"/>
              <a:buNone/>
              <a:defRPr>
                <a:solidFill>
                  <a:schemeClr val="dk1"/>
                </a:solidFill>
              </a:defRPr>
            </a:lvl3pPr>
            <a:lvl4pPr indent="-228600" lvl="3" marL="1828800" algn="l">
              <a:lnSpc>
                <a:spcPct val="100000"/>
              </a:lnSpc>
              <a:spcBef>
                <a:spcPts val="500"/>
              </a:spcBef>
              <a:spcAft>
                <a:spcPts val="0"/>
              </a:spcAft>
              <a:buClr>
                <a:schemeClr val="dk1"/>
              </a:buClr>
              <a:buSzPts val="2400"/>
              <a:buNone/>
              <a:defRPr>
                <a:solidFill>
                  <a:schemeClr val="dk1"/>
                </a:solidFill>
              </a:defRPr>
            </a:lvl4pPr>
            <a:lvl5pPr indent="-228600" lvl="4" marL="2286000" algn="l">
              <a:lnSpc>
                <a:spcPct val="100000"/>
              </a:lnSpc>
              <a:spcBef>
                <a:spcPts val="500"/>
              </a:spcBef>
              <a:spcAft>
                <a:spcPts val="0"/>
              </a:spcAft>
              <a:buClr>
                <a:schemeClr val="dk1"/>
              </a:buClr>
              <a:buSzPts val="2400"/>
              <a:buNone/>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29"/>
          <p:cNvSpPr txBox="1"/>
          <p:nvPr>
            <p:ph idx="4" type="body"/>
          </p:nvPr>
        </p:nvSpPr>
        <p:spPr>
          <a:xfrm>
            <a:off x="6513779" y="1865822"/>
            <a:ext cx="4141521" cy="620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accent2"/>
              </a:buClr>
              <a:buSzPts val="2400"/>
              <a:buNone/>
              <a:defRPr b="1" i="0">
                <a:solidFill>
                  <a:schemeClr val="accent2"/>
                </a:solidFill>
                <a:latin typeface="Arial"/>
                <a:ea typeface="Arial"/>
                <a:cs typeface="Arial"/>
                <a:sym typeface="Arial"/>
              </a:defRPr>
            </a:lvl1pPr>
            <a:lvl2pPr indent="-228600" lvl="1" marL="914400" algn="l">
              <a:lnSpc>
                <a:spcPct val="100000"/>
              </a:lnSpc>
              <a:spcBef>
                <a:spcPts val="500"/>
              </a:spcBef>
              <a:spcAft>
                <a:spcPts val="0"/>
              </a:spcAft>
              <a:buClr>
                <a:schemeClr val="dk1"/>
              </a:buClr>
              <a:buSzPts val="2400"/>
              <a:buNone/>
              <a:defRPr/>
            </a:lvl2pPr>
            <a:lvl3pPr indent="-228600" lvl="2" marL="1371600" algn="l">
              <a:lnSpc>
                <a:spcPct val="100000"/>
              </a:lnSpc>
              <a:spcBef>
                <a:spcPts val="500"/>
              </a:spcBef>
              <a:spcAft>
                <a:spcPts val="0"/>
              </a:spcAft>
              <a:buClr>
                <a:schemeClr val="dk1"/>
              </a:buClr>
              <a:buSzPts val="2400"/>
              <a:buNone/>
              <a:defRPr/>
            </a:lvl3pPr>
            <a:lvl4pPr indent="-228600" lvl="3" marL="1828800" algn="l">
              <a:lnSpc>
                <a:spcPct val="100000"/>
              </a:lnSpc>
              <a:spcBef>
                <a:spcPts val="500"/>
              </a:spcBef>
              <a:spcAft>
                <a:spcPts val="0"/>
              </a:spcAft>
              <a:buClr>
                <a:schemeClr val="dk1"/>
              </a:buClr>
              <a:buSzPts val="2400"/>
              <a:buNone/>
              <a:defRPr/>
            </a:lvl4pPr>
            <a:lvl5pPr indent="-228600" lvl="4" marL="2286000" algn="l">
              <a:lnSpc>
                <a:spcPct val="100000"/>
              </a:lnSpc>
              <a:spcBef>
                <a:spcPts val="500"/>
              </a:spcBef>
              <a:spcAft>
                <a:spcPts val="0"/>
              </a:spcAft>
              <a:buClr>
                <a:schemeClr val="dk1"/>
              </a:buClr>
              <a:buSzPts val="2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9" name="Google Shape;29;p29"/>
          <p:cNvPicPr preferRelativeResize="0"/>
          <p:nvPr/>
        </p:nvPicPr>
        <p:blipFill rotWithShape="1">
          <a:blip r:embed="rId3">
            <a:alphaModFix/>
          </a:blip>
          <a:srcRect b="0" l="47309" r="41393" t="-7828"/>
          <a:stretch/>
        </p:blipFill>
        <p:spPr>
          <a:xfrm>
            <a:off x="0" y="0"/>
            <a:ext cx="1277369" cy="685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s">
  <p:cSld name="1_Pictures">
    <p:spTree>
      <p:nvGrpSpPr>
        <p:cNvPr id="30" name="Shape 30"/>
        <p:cNvGrpSpPr/>
        <p:nvPr/>
      </p:nvGrpSpPr>
      <p:grpSpPr>
        <a:xfrm>
          <a:off x="0" y="0"/>
          <a:ext cx="0" cy="0"/>
          <a:chOff x="0" y="0"/>
          <a:chExt cx="0" cy="0"/>
        </a:xfrm>
      </p:grpSpPr>
      <p:pic>
        <p:nvPicPr>
          <p:cNvPr id="31" name="Google Shape;31;p30"/>
          <p:cNvPicPr preferRelativeResize="0"/>
          <p:nvPr/>
        </p:nvPicPr>
        <p:blipFill rotWithShape="1">
          <a:blip r:embed="rId2">
            <a:alphaModFix/>
          </a:blip>
          <a:srcRect b="0" l="47221" r="2873" t="-58"/>
          <a:stretch/>
        </p:blipFill>
        <p:spPr>
          <a:xfrm>
            <a:off x="6107554" y="0"/>
            <a:ext cx="6084446" cy="6861981"/>
          </a:xfrm>
          <a:prstGeom prst="rect">
            <a:avLst/>
          </a:prstGeom>
          <a:noFill/>
          <a:ln>
            <a:noFill/>
          </a:ln>
        </p:spPr>
      </p:pic>
      <p:pic>
        <p:nvPicPr>
          <p:cNvPr id="32" name="Google Shape;32;p30"/>
          <p:cNvPicPr preferRelativeResize="0"/>
          <p:nvPr/>
        </p:nvPicPr>
        <p:blipFill rotWithShape="1">
          <a:blip r:embed="rId3">
            <a:alphaModFix amt="20000"/>
          </a:blip>
          <a:srcRect b="20038" l="15981" r="0" t="0"/>
          <a:stretch/>
        </p:blipFill>
        <p:spPr>
          <a:xfrm>
            <a:off x="0" y="1882761"/>
            <a:ext cx="5257800" cy="4975240"/>
          </a:xfrm>
          <a:prstGeom prst="rect">
            <a:avLst/>
          </a:prstGeom>
          <a:noFill/>
          <a:ln>
            <a:noFill/>
          </a:ln>
        </p:spPr>
      </p:pic>
      <p:sp>
        <p:nvSpPr>
          <p:cNvPr id="33" name="Google Shape;3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lt1"/>
                </a:solidFill>
                <a:latin typeface="Arial"/>
                <a:ea typeface="Arial"/>
                <a:cs typeface="Arial"/>
                <a:sym typeface="Arial"/>
              </a:defRPr>
            </a:lvl1pPr>
            <a:lvl2pPr indent="0" lvl="1" marL="0" algn="r">
              <a:spcBef>
                <a:spcPts val="0"/>
              </a:spcBef>
              <a:buNone/>
              <a:defRPr b="0" i="0" sz="1200" u="none" cap="none" strike="noStrike">
                <a:solidFill>
                  <a:schemeClr val="lt1"/>
                </a:solidFill>
                <a:latin typeface="Arial"/>
                <a:ea typeface="Arial"/>
                <a:cs typeface="Arial"/>
                <a:sym typeface="Arial"/>
              </a:defRPr>
            </a:lvl2pPr>
            <a:lvl3pPr indent="0" lvl="2" marL="0" algn="r">
              <a:spcBef>
                <a:spcPts val="0"/>
              </a:spcBef>
              <a:buNone/>
              <a:defRPr b="0" i="0" sz="1200" u="none" cap="none" strike="noStrike">
                <a:solidFill>
                  <a:schemeClr val="lt1"/>
                </a:solidFill>
                <a:latin typeface="Arial"/>
                <a:ea typeface="Arial"/>
                <a:cs typeface="Arial"/>
                <a:sym typeface="Arial"/>
              </a:defRPr>
            </a:lvl3pPr>
            <a:lvl4pPr indent="0" lvl="3" marL="0" algn="r">
              <a:spcBef>
                <a:spcPts val="0"/>
              </a:spcBef>
              <a:buNone/>
              <a:defRPr b="0" i="0" sz="1200" u="none" cap="none" strike="noStrike">
                <a:solidFill>
                  <a:schemeClr val="lt1"/>
                </a:solidFill>
                <a:latin typeface="Arial"/>
                <a:ea typeface="Arial"/>
                <a:cs typeface="Arial"/>
                <a:sym typeface="Arial"/>
              </a:defRPr>
            </a:lvl4pPr>
            <a:lvl5pPr indent="0" lvl="4" marL="0" algn="r">
              <a:spcBef>
                <a:spcPts val="0"/>
              </a:spcBef>
              <a:buNone/>
              <a:defRPr b="0" i="0" sz="1200" u="none" cap="none" strike="noStrike">
                <a:solidFill>
                  <a:schemeClr val="lt1"/>
                </a:solidFill>
                <a:latin typeface="Arial"/>
                <a:ea typeface="Arial"/>
                <a:cs typeface="Arial"/>
                <a:sym typeface="Arial"/>
              </a:defRPr>
            </a:lvl5pPr>
            <a:lvl6pPr indent="0" lvl="5" marL="0" algn="r">
              <a:spcBef>
                <a:spcPts val="0"/>
              </a:spcBef>
              <a:buNone/>
              <a:defRPr b="0" i="0" sz="1200" u="none" cap="none" strike="noStrike">
                <a:solidFill>
                  <a:schemeClr val="lt1"/>
                </a:solidFill>
                <a:latin typeface="Arial"/>
                <a:ea typeface="Arial"/>
                <a:cs typeface="Arial"/>
                <a:sym typeface="Arial"/>
              </a:defRPr>
            </a:lvl6pPr>
            <a:lvl7pPr indent="0" lvl="6" marL="0" algn="r">
              <a:spcBef>
                <a:spcPts val="0"/>
              </a:spcBef>
              <a:buNone/>
              <a:defRPr b="0" i="0" sz="1200" u="none" cap="none" strike="noStrike">
                <a:solidFill>
                  <a:schemeClr val="lt1"/>
                </a:solidFill>
                <a:latin typeface="Arial"/>
                <a:ea typeface="Arial"/>
                <a:cs typeface="Arial"/>
                <a:sym typeface="Arial"/>
              </a:defRPr>
            </a:lvl7pPr>
            <a:lvl8pPr indent="0" lvl="7" marL="0" algn="r">
              <a:spcBef>
                <a:spcPts val="0"/>
              </a:spcBef>
              <a:buNone/>
              <a:defRPr b="0" i="0" sz="1200" u="none" cap="none" strike="noStrike">
                <a:solidFill>
                  <a:schemeClr val="lt1"/>
                </a:solidFill>
                <a:latin typeface="Arial"/>
                <a:ea typeface="Arial"/>
                <a:cs typeface="Arial"/>
                <a:sym typeface="Arial"/>
              </a:defRPr>
            </a:lvl8pPr>
            <a:lvl9pPr indent="0" lvl="8" marL="0" algn="r">
              <a:spcBef>
                <a:spcPts val="0"/>
              </a:spcBef>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  |  George Mason University</a:t>
            </a:r>
            <a:endParaRPr>
              <a:solidFill>
                <a:srgbClr val="8B8B8B"/>
              </a:solidFill>
            </a:endParaRPr>
          </a:p>
        </p:txBody>
      </p:sp>
      <p:sp>
        <p:nvSpPr>
          <p:cNvPr id="34" name="Google Shape;34;p30"/>
          <p:cNvSpPr txBox="1"/>
          <p:nvPr>
            <p:ph type="title"/>
          </p:nvPr>
        </p:nvSpPr>
        <p:spPr>
          <a:xfrm>
            <a:off x="838200" y="1"/>
            <a:ext cx="4451430" cy="158573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p:nvPr>
            <p:ph idx="2" type="pic"/>
          </p:nvPr>
        </p:nvSpPr>
        <p:spPr>
          <a:xfrm>
            <a:off x="2241610" y="1909823"/>
            <a:ext cx="3854390" cy="3854390"/>
          </a:xfrm>
          <a:prstGeom prst="rect">
            <a:avLst/>
          </a:prstGeom>
          <a:noFill/>
          <a:ln>
            <a:noFill/>
          </a:ln>
        </p:spPr>
      </p:sp>
      <p:sp>
        <p:nvSpPr>
          <p:cNvPr id="36" name="Google Shape;36;p30"/>
          <p:cNvSpPr/>
          <p:nvPr>
            <p:ph idx="3" type="pic"/>
          </p:nvPr>
        </p:nvSpPr>
        <p:spPr>
          <a:xfrm>
            <a:off x="6107554" y="1909823"/>
            <a:ext cx="3854390" cy="385439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Content">
  <p:cSld name="Title+Content">
    <p:spTree>
      <p:nvGrpSpPr>
        <p:cNvPr id="37" name="Shape 37"/>
        <p:cNvGrpSpPr/>
        <p:nvPr/>
      </p:nvGrpSpPr>
      <p:grpSpPr>
        <a:xfrm>
          <a:off x="0" y="0"/>
          <a:ext cx="0" cy="0"/>
          <a:chOff x="0" y="0"/>
          <a:chExt cx="0" cy="0"/>
        </a:xfrm>
      </p:grpSpPr>
      <p:sp>
        <p:nvSpPr>
          <p:cNvPr id="38" name="Google Shape;38;p31"/>
          <p:cNvSpPr txBox="1"/>
          <p:nvPr>
            <p:ph type="title"/>
          </p:nvPr>
        </p:nvSpPr>
        <p:spPr>
          <a:xfrm>
            <a:off x="1954480" y="0"/>
            <a:ext cx="939932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1"/>
          <p:cNvSpPr txBox="1"/>
          <p:nvPr>
            <p:ph idx="1" type="body"/>
          </p:nvPr>
        </p:nvSpPr>
        <p:spPr>
          <a:xfrm>
            <a:off x="1954478" y="2124074"/>
            <a:ext cx="9399321" cy="308800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400"/>
              <a:buNone/>
              <a:defRPr>
                <a:solidFill>
                  <a:schemeClr val="dk1"/>
                </a:solidFill>
              </a:defRPr>
            </a:lvl1pPr>
            <a:lvl2pPr indent="-228600" lvl="1" marL="914400" algn="l">
              <a:lnSpc>
                <a:spcPct val="100000"/>
              </a:lnSpc>
              <a:spcBef>
                <a:spcPts val="500"/>
              </a:spcBef>
              <a:spcAft>
                <a:spcPts val="0"/>
              </a:spcAft>
              <a:buClr>
                <a:schemeClr val="dk1"/>
              </a:buClr>
              <a:buSzPts val="2400"/>
              <a:buNone/>
              <a:defRPr>
                <a:solidFill>
                  <a:schemeClr val="dk1"/>
                </a:solidFill>
              </a:defRPr>
            </a:lvl2pPr>
            <a:lvl3pPr indent="-228600" lvl="2" marL="1371600" algn="l">
              <a:lnSpc>
                <a:spcPct val="100000"/>
              </a:lnSpc>
              <a:spcBef>
                <a:spcPts val="500"/>
              </a:spcBef>
              <a:spcAft>
                <a:spcPts val="0"/>
              </a:spcAft>
              <a:buClr>
                <a:schemeClr val="dk1"/>
              </a:buClr>
              <a:buSzPts val="2400"/>
              <a:buNone/>
              <a:defRPr>
                <a:solidFill>
                  <a:schemeClr val="dk1"/>
                </a:solidFill>
              </a:defRPr>
            </a:lvl3pPr>
            <a:lvl4pPr indent="-228600" lvl="3" marL="1828800" algn="l">
              <a:lnSpc>
                <a:spcPct val="100000"/>
              </a:lnSpc>
              <a:spcBef>
                <a:spcPts val="500"/>
              </a:spcBef>
              <a:spcAft>
                <a:spcPts val="0"/>
              </a:spcAft>
              <a:buClr>
                <a:schemeClr val="dk1"/>
              </a:buClr>
              <a:buSzPts val="2400"/>
              <a:buNone/>
              <a:defRPr>
                <a:solidFill>
                  <a:schemeClr val="dk1"/>
                </a:solidFill>
              </a:defRPr>
            </a:lvl4pPr>
            <a:lvl5pPr indent="-228600" lvl="4" marL="2286000" algn="l">
              <a:lnSpc>
                <a:spcPct val="100000"/>
              </a:lnSpc>
              <a:spcBef>
                <a:spcPts val="500"/>
              </a:spcBef>
              <a:spcAft>
                <a:spcPts val="0"/>
              </a:spcAft>
              <a:buClr>
                <a:schemeClr val="dk1"/>
              </a:buClr>
              <a:buSzPts val="2400"/>
              <a:buNone/>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r>
              <a:rPr lang="en-US"/>
              <a:t>  |  George Mason University</a:t>
            </a:r>
            <a:endParaRPr/>
          </a:p>
        </p:txBody>
      </p:sp>
      <p:sp>
        <p:nvSpPr>
          <p:cNvPr id="41" name="Google Shape;41;p31"/>
          <p:cNvSpPr txBox="1"/>
          <p:nvPr>
            <p:ph idx="2" type="body"/>
          </p:nvPr>
        </p:nvSpPr>
        <p:spPr>
          <a:xfrm>
            <a:off x="1954479" y="1416844"/>
            <a:ext cx="9399320" cy="620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accent2"/>
              </a:buClr>
              <a:buSzPts val="2400"/>
              <a:buNone/>
              <a:defRPr b="1" i="0">
                <a:solidFill>
                  <a:schemeClr val="accent2"/>
                </a:solidFill>
                <a:latin typeface="Arial"/>
                <a:ea typeface="Arial"/>
                <a:cs typeface="Arial"/>
                <a:sym typeface="Arial"/>
              </a:defRPr>
            </a:lvl1pPr>
            <a:lvl2pPr indent="-228600" lvl="1" marL="914400" algn="l">
              <a:lnSpc>
                <a:spcPct val="100000"/>
              </a:lnSpc>
              <a:spcBef>
                <a:spcPts val="500"/>
              </a:spcBef>
              <a:spcAft>
                <a:spcPts val="0"/>
              </a:spcAft>
              <a:buClr>
                <a:schemeClr val="dk1"/>
              </a:buClr>
              <a:buSzPts val="2400"/>
              <a:buNone/>
              <a:defRPr/>
            </a:lvl2pPr>
            <a:lvl3pPr indent="-228600" lvl="2" marL="1371600" algn="l">
              <a:lnSpc>
                <a:spcPct val="100000"/>
              </a:lnSpc>
              <a:spcBef>
                <a:spcPts val="500"/>
              </a:spcBef>
              <a:spcAft>
                <a:spcPts val="0"/>
              </a:spcAft>
              <a:buClr>
                <a:schemeClr val="dk1"/>
              </a:buClr>
              <a:buSzPts val="2400"/>
              <a:buNone/>
              <a:defRPr/>
            </a:lvl3pPr>
            <a:lvl4pPr indent="-228600" lvl="3" marL="1828800" algn="l">
              <a:lnSpc>
                <a:spcPct val="100000"/>
              </a:lnSpc>
              <a:spcBef>
                <a:spcPts val="500"/>
              </a:spcBef>
              <a:spcAft>
                <a:spcPts val="0"/>
              </a:spcAft>
              <a:buClr>
                <a:schemeClr val="dk1"/>
              </a:buClr>
              <a:buSzPts val="2400"/>
              <a:buNone/>
              <a:defRPr/>
            </a:lvl4pPr>
            <a:lvl5pPr indent="-228600" lvl="4" marL="2286000" algn="l">
              <a:lnSpc>
                <a:spcPct val="100000"/>
              </a:lnSpc>
              <a:spcBef>
                <a:spcPts val="500"/>
              </a:spcBef>
              <a:spcAft>
                <a:spcPts val="0"/>
              </a:spcAft>
              <a:buClr>
                <a:schemeClr val="dk1"/>
              </a:buClr>
              <a:buSzPts val="2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42" name="Google Shape;42;p31"/>
          <p:cNvPicPr preferRelativeResize="0"/>
          <p:nvPr/>
        </p:nvPicPr>
        <p:blipFill rotWithShape="1">
          <a:blip r:embed="rId2">
            <a:alphaModFix/>
          </a:blip>
          <a:srcRect b="0" l="23095" r="57496" t="1014"/>
          <a:stretch/>
        </p:blipFill>
        <p:spPr>
          <a:xfrm>
            <a:off x="0" y="0"/>
            <a:ext cx="1344706" cy="68580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col">
  <p:cSld name="content 1 col">
    <p:spTree>
      <p:nvGrpSpPr>
        <p:cNvPr id="43" name="Shape 43"/>
        <p:cNvGrpSpPr/>
        <p:nvPr/>
      </p:nvGrpSpPr>
      <p:grpSpPr>
        <a:xfrm>
          <a:off x="0" y="0"/>
          <a:ext cx="0" cy="0"/>
          <a:chOff x="0" y="0"/>
          <a:chExt cx="0" cy="0"/>
        </a:xfrm>
      </p:grpSpPr>
      <p:pic>
        <p:nvPicPr>
          <p:cNvPr id="44" name="Google Shape;44;p32"/>
          <p:cNvPicPr preferRelativeResize="0"/>
          <p:nvPr/>
        </p:nvPicPr>
        <p:blipFill rotWithShape="1">
          <a:blip r:embed="rId2">
            <a:alphaModFix amt="20000"/>
          </a:blip>
          <a:srcRect b="30185" l="0" r="30516" t="0"/>
          <a:stretch/>
        </p:blipFill>
        <p:spPr>
          <a:xfrm>
            <a:off x="7194797" y="1865822"/>
            <a:ext cx="4997203" cy="4992178"/>
          </a:xfrm>
          <a:prstGeom prst="rect">
            <a:avLst/>
          </a:prstGeom>
          <a:noFill/>
          <a:ln>
            <a:noFill/>
          </a:ln>
        </p:spPr>
      </p:pic>
      <p:sp>
        <p:nvSpPr>
          <p:cNvPr id="45" name="Google Shape;45;p32"/>
          <p:cNvSpPr txBox="1"/>
          <p:nvPr>
            <p:ph type="title"/>
          </p:nvPr>
        </p:nvSpPr>
        <p:spPr>
          <a:xfrm>
            <a:off x="1954480" y="0"/>
            <a:ext cx="939932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2"/>
          <p:cNvSpPr txBox="1"/>
          <p:nvPr>
            <p:ph idx="1" type="body"/>
          </p:nvPr>
        </p:nvSpPr>
        <p:spPr>
          <a:xfrm>
            <a:off x="3104707" y="2577815"/>
            <a:ext cx="5348178" cy="263902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400"/>
              <a:buNone/>
              <a:defRPr>
                <a:solidFill>
                  <a:schemeClr val="dk1"/>
                </a:solidFill>
              </a:defRPr>
            </a:lvl1pPr>
            <a:lvl2pPr indent="-228600" lvl="1" marL="914400" algn="l">
              <a:lnSpc>
                <a:spcPct val="100000"/>
              </a:lnSpc>
              <a:spcBef>
                <a:spcPts val="500"/>
              </a:spcBef>
              <a:spcAft>
                <a:spcPts val="0"/>
              </a:spcAft>
              <a:buClr>
                <a:schemeClr val="dk1"/>
              </a:buClr>
              <a:buSzPts val="2400"/>
              <a:buNone/>
              <a:defRPr>
                <a:solidFill>
                  <a:schemeClr val="dk1"/>
                </a:solidFill>
              </a:defRPr>
            </a:lvl2pPr>
            <a:lvl3pPr indent="-228600" lvl="2" marL="1371600" algn="l">
              <a:lnSpc>
                <a:spcPct val="100000"/>
              </a:lnSpc>
              <a:spcBef>
                <a:spcPts val="500"/>
              </a:spcBef>
              <a:spcAft>
                <a:spcPts val="0"/>
              </a:spcAft>
              <a:buClr>
                <a:schemeClr val="dk1"/>
              </a:buClr>
              <a:buSzPts val="2400"/>
              <a:buNone/>
              <a:defRPr>
                <a:solidFill>
                  <a:schemeClr val="dk1"/>
                </a:solidFill>
              </a:defRPr>
            </a:lvl3pPr>
            <a:lvl4pPr indent="-228600" lvl="3" marL="1828800" algn="l">
              <a:lnSpc>
                <a:spcPct val="100000"/>
              </a:lnSpc>
              <a:spcBef>
                <a:spcPts val="500"/>
              </a:spcBef>
              <a:spcAft>
                <a:spcPts val="0"/>
              </a:spcAft>
              <a:buClr>
                <a:schemeClr val="dk1"/>
              </a:buClr>
              <a:buSzPts val="2400"/>
              <a:buNone/>
              <a:defRPr>
                <a:solidFill>
                  <a:schemeClr val="dk1"/>
                </a:solidFill>
              </a:defRPr>
            </a:lvl4pPr>
            <a:lvl5pPr indent="-228600" lvl="4" marL="2286000" algn="l">
              <a:lnSpc>
                <a:spcPct val="100000"/>
              </a:lnSpc>
              <a:spcBef>
                <a:spcPts val="500"/>
              </a:spcBef>
              <a:spcAft>
                <a:spcPts val="0"/>
              </a:spcAft>
              <a:buClr>
                <a:schemeClr val="dk1"/>
              </a:buClr>
              <a:buSzPts val="2400"/>
              <a:buNone/>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r>
              <a:rPr lang="en-US"/>
              <a:t>  |  George Mason University</a:t>
            </a:r>
            <a:endParaRPr/>
          </a:p>
        </p:txBody>
      </p:sp>
      <p:sp>
        <p:nvSpPr>
          <p:cNvPr id="48" name="Google Shape;48;p32"/>
          <p:cNvSpPr txBox="1"/>
          <p:nvPr>
            <p:ph idx="2" type="body"/>
          </p:nvPr>
        </p:nvSpPr>
        <p:spPr>
          <a:xfrm>
            <a:off x="1954479" y="1416844"/>
            <a:ext cx="9067534" cy="620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accent2"/>
              </a:buClr>
              <a:buSzPts val="2400"/>
              <a:buNone/>
              <a:defRPr b="1" i="0">
                <a:solidFill>
                  <a:schemeClr val="accent2"/>
                </a:solidFill>
                <a:latin typeface="Arial"/>
                <a:ea typeface="Arial"/>
                <a:cs typeface="Arial"/>
                <a:sym typeface="Arial"/>
              </a:defRPr>
            </a:lvl1pPr>
            <a:lvl2pPr indent="-228600" lvl="1" marL="914400" algn="l">
              <a:lnSpc>
                <a:spcPct val="100000"/>
              </a:lnSpc>
              <a:spcBef>
                <a:spcPts val="500"/>
              </a:spcBef>
              <a:spcAft>
                <a:spcPts val="0"/>
              </a:spcAft>
              <a:buClr>
                <a:schemeClr val="dk1"/>
              </a:buClr>
              <a:buSzPts val="2400"/>
              <a:buNone/>
              <a:defRPr/>
            </a:lvl2pPr>
            <a:lvl3pPr indent="-228600" lvl="2" marL="1371600" algn="l">
              <a:lnSpc>
                <a:spcPct val="100000"/>
              </a:lnSpc>
              <a:spcBef>
                <a:spcPts val="500"/>
              </a:spcBef>
              <a:spcAft>
                <a:spcPts val="0"/>
              </a:spcAft>
              <a:buClr>
                <a:schemeClr val="dk1"/>
              </a:buClr>
              <a:buSzPts val="2400"/>
              <a:buNone/>
              <a:defRPr/>
            </a:lvl3pPr>
            <a:lvl4pPr indent="-228600" lvl="3" marL="1828800" algn="l">
              <a:lnSpc>
                <a:spcPct val="100000"/>
              </a:lnSpc>
              <a:spcBef>
                <a:spcPts val="500"/>
              </a:spcBef>
              <a:spcAft>
                <a:spcPts val="0"/>
              </a:spcAft>
              <a:buClr>
                <a:schemeClr val="dk1"/>
              </a:buClr>
              <a:buSzPts val="2400"/>
              <a:buNone/>
              <a:defRPr/>
            </a:lvl4pPr>
            <a:lvl5pPr indent="-228600" lvl="4" marL="2286000" algn="l">
              <a:lnSpc>
                <a:spcPct val="100000"/>
              </a:lnSpc>
              <a:spcBef>
                <a:spcPts val="500"/>
              </a:spcBef>
              <a:spcAft>
                <a:spcPts val="0"/>
              </a:spcAft>
              <a:buClr>
                <a:schemeClr val="dk1"/>
              </a:buClr>
              <a:buSzPts val="2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49" name="Google Shape;49;p32"/>
          <p:cNvPicPr preferRelativeResize="0"/>
          <p:nvPr/>
        </p:nvPicPr>
        <p:blipFill rotWithShape="1">
          <a:blip r:embed="rId3">
            <a:alphaModFix/>
          </a:blip>
          <a:srcRect b="0" l="23095" r="57496" t="1014"/>
          <a:stretch/>
        </p:blipFill>
        <p:spPr>
          <a:xfrm>
            <a:off x="0" y="0"/>
            <a:ext cx="1344706" cy="685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0" name="Shape 50"/>
        <p:cNvGrpSpPr/>
        <p:nvPr/>
      </p:nvGrpSpPr>
      <p:grpSpPr>
        <a:xfrm>
          <a:off x="0" y="0"/>
          <a:ext cx="0" cy="0"/>
          <a:chOff x="0" y="0"/>
          <a:chExt cx="0" cy="0"/>
        </a:xfrm>
      </p:grpSpPr>
      <p:pic>
        <p:nvPicPr>
          <p:cNvPr id="51" name="Google Shape;51;p33"/>
          <p:cNvPicPr preferRelativeResize="0"/>
          <p:nvPr/>
        </p:nvPicPr>
        <p:blipFill rotWithShape="1">
          <a:blip r:embed="rId2">
            <a:alphaModFix amt="20000"/>
          </a:blip>
          <a:srcRect b="52017" l="-2210" r="9827" t="0"/>
          <a:stretch/>
        </p:blipFill>
        <p:spPr>
          <a:xfrm>
            <a:off x="4778299" y="3029461"/>
            <a:ext cx="7413701" cy="3828540"/>
          </a:xfrm>
          <a:prstGeom prst="rect">
            <a:avLst/>
          </a:prstGeom>
          <a:noFill/>
          <a:ln>
            <a:noFill/>
          </a:ln>
        </p:spPr>
      </p:pic>
      <p:sp>
        <p:nvSpPr>
          <p:cNvPr id="52" name="Google Shape;52;p33"/>
          <p:cNvSpPr txBox="1"/>
          <p:nvPr>
            <p:ph type="title"/>
          </p:nvPr>
        </p:nvSpPr>
        <p:spPr>
          <a:xfrm>
            <a:off x="1990846" y="0"/>
            <a:ext cx="9362953"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r>
              <a:rPr lang="en-US"/>
              <a:t>  |  George Mason University</a:t>
            </a:r>
            <a:endParaRPr/>
          </a:p>
        </p:txBody>
      </p:sp>
      <p:sp>
        <p:nvSpPr>
          <p:cNvPr id="54" name="Google Shape;54;p33"/>
          <p:cNvSpPr/>
          <p:nvPr/>
        </p:nvSpPr>
        <p:spPr>
          <a:xfrm>
            <a:off x="0" y="0"/>
            <a:ext cx="13716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55" name="Google Shape;55;p33"/>
          <p:cNvPicPr preferRelativeResize="0"/>
          <p:nvPr/>
        </p:nvPicPr>
        <p:blipFill rotWithShape="1">
          <a:blip r:embed="rId3">
            <a:alphaModFix/>
          </a:blip>
          <a:srcRect b="0" l="47309" r="41393" t="-7828"/>
          <a:stretch/>
        </p:blipFill>
        <p:spPr>
          <a:xfrm>
            <a:off x="0" y="0"/>
            <a:ext cx="1277369" cy="6858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hart">
    <p:spTree>
      <p:nvGrpSpPr>
        <p:cNvPr id="56" name="Shape 56"/>
        <p:cNvGrpSpPr/>
        <p:nvPr/>
      </p:nvGrpSpPr>
      <p:grpSpPr>
        <a:xfrm>
          <a:off x="0" y="0"/>
          <a:ext cx="0" cy="0"/>
          <a:chOff x="0" y="0"/>
          <a:chExt cx="0" cy="0"/>
        </a:xfrm>
      </p:grpSpPr>
      <p:pic>
        <p:nvPicPr>
          <p:cNvPr id="57" name="Google Shape;57;p34"/>
          <p:cNvPicPr preferRelativeResize="0"/>
          <p:nvPr/>
        </p:nvPicPr>
        <p:blipFill rotWithShape="1">
          <a:blip r:embed="rId2">
            <a:alphaModFix/>
          </a:blip>
          <a:srcRect b="0" l="23095" r="57496" t="1014"/>
          <a:stretch/>
        </p:blipFill>
        <p:spPr>
          <a:xfrm>
            <a:off x="0" y="0"/>
            <a:ext cx="1344706" cy="6858000"/>
          </a:xfrm>
          <a:prstGeom prst="rect">
            <a:avLst/>
          </a:prstGeom>
          <a:noFill/>
          <a:ln>
            <a:noFill/>
          </a:ln>
        </p:spPr>
      </p:pic>
      <p:sp>
        <p:nvSpPr>
          <p:cNvPr id="58" name="Google Shape;58;p34"/>
          <p:cNvSpPr/>
          <p:nvPr/>
        </p:nvSpPr>
        <p:spPr>
          <a:xfrm>
            <a:off x="0" y="1328195"/>
            <a:ext cx="6019800" cy="420161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59" name="Google Shape;59;p34"/>
          <p:cNvPicPr preferRelativeResize="0"/>
          <p:nvPr/>
        </p:nvPicPr>
        <p:blipFill rotWithShape="1">
          <a:blip r:embed="rId3">
            <a:alphaModFix amt="15000"/>
          </a:blip>
          <a:srcRect b="18761" l="0" r="9863" t="17964"/>
          <a:stretch/>
        </p:blipFill>
        <p:spPr>
          <a:xfrm>
            <a:off x="0" y="1328195"/>
            <a:ext cx="6019800" cy="4201610"/>
          </a:xfrm>
          <a:prstGeom prst="rect">
            <a:avLst/>
          </a:prstGeom>
          <a:noFill/>
          <a:ln>
            <a:noFill/>
          </a:ln>
        </p:spPr>
      </p:pic>
      <p:sp>
        <p:nvSpPr>
          <p:cNvPr id="60" name="Google Shape;60;p34"/>
          <p:cNvSpPr txBox="1"/>
          <p:nvPr>
            <p:ph type="title"/>
          </p:nvPr>
        </p:nvSpPr>
        <p:spPr>
          <a:xfrm>
            <a:off x="685801" y="1574478"/>
            <a:ext cx="4812174" cy="1207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34"/>
          <p:cNvSpPr txBox="1"/>
          <p:nvPr>
            <p:ph idx="1" type="body"/>
          </p:nvPr>
        </p:nvSpPr>
        <p:spPr>
          <a:xfrm>
            <a:off x="717629" y="3749941"/>
            <a:ext cx="4780346" cy="159940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2400"/>
              <a:buNone/>
              <a:defRPr sz="2400">
                <a:solidFill>
                  <a:schemeClr val="lt1"/>
                </a:solidFill>
              </a:defRPr>
            </a:lvl1pPr>
            <a:lvl2pPr indent="-381000" lvl="1" marL="914400" algn="l">
              <a:lnSpc>
                <a:spcPct val="100000"/>
              </a:lnSpc>
              <a:spcBef>
                <a:spcPts val="500"/>
              </a:spcBef>
              <a:spcAft>
                <a:spcPts val="0"/>
              </a:spcAft>
              <a:buClr>
                <a:schemeClr val="lt1"/>
              </a:buClr>
              <a:buSzPts val="2400"/>
              <a:buChar char="•"/>
              <a:defRPr>
                <a:solidFill>
                  <a:schemeClr val="lt1"/>
                </a:solidFill>
              </a:defRPr>
            </a:lvl2pPr>
            <a:lvl3pPr indent="-381000" lvl="2" marL="1371600" algn="l">
              <a:lnSpc>
                <a:spcPct val="100000"/>
              </a:lnSpc>
              <a:spcBef>
                <a:spcPts val="500"/>
              </a:spcBef>
              <a:spcAft>
                <a:spcPts val="0"/>
              </a:spcAft>
              <a:buClr>
                <a:schemeClr val="lt1"/>
              </a:buClr>
              <a:buSzPts val="2400"/>
              <a:buChar char="•"/>
              <a:defRPr>
                <a:solidFill>
                  <a:schemeClr val="lt1"/>
                </a:solidFill>
              </a:defRPr>
            </a:lvl3pPr>
            <a:lvl4pPr indent="-381000" lvl="3" marL="1828800" algn="l">
              <a:lnSpc>
                <a:spcPct val="100000"/>
              </a:lnSpc>
              <a:spcBef>
                <a:spcPts val="500"/>
              </a:spcBef>
              <a:spcAft>
                <a:spcPts val="0"/>
              </a:spcAft>
              <a:buClr>
                <a:schemeClr val="lt1"/>
              </a:buClr>
              <a:buSzPts val="2400"/>
              <a:buChar char="•"/>
              <a:defRPr>
                <a:solidFill>
                  <a:schemeClr val="lt1"/>
                </a:solidFill>
              </a:defRPr>
            </a:lvl4pPr>
            <a:lvl5pPr indent="-381000" lvl="4" marL="2286000" algn="l">
              <a:lnSpc>
                <a:spcPct val="100000"/>
              </a:lnSpc>
              <a:spcBef>
                <a:spcPts val="500"/>
              </a:spcBef>
              <a:spcAft>
                <a:spcPts val="0"/>
              </a:spcAft>
              <a:buClr>
                <a:schemeClr val="lt1"/>
              </a:buClr>
              <a:buSzPts val="24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r>
              <a:rPr lang="en-US"/>
              <a:t>  |  George Mason University</a:t>
            </a:r>
            <a:endParaRPr/>
          </a:p>
        </p:txBody>
      </p:sp>
      <p:sp>
        <p:nvSpPr>
          <p:cNvPr id="63" name="Google Shape;63;p34"/>
          <p:cNvSpPr txBox="1"/>
          <p:nvPr>
            <p:ph idx="2" type="body"/>
          </p:nvPr>
        </p:nvSpPr>
        <p:spPr>
          <a:xfrm>
            <a:off x="6516547" y="1328738"/>
            <a:ext cx="5046803" cy="4200525"/>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34"/>
          <p:cNvSpPr txBox="1"/>
          <p:nvPr>
            <p:ph idx="3" type="body"/>
          </p:nvPr>
        </p:nvSpPr>
        <p:spPr>
          <a:xfrm>
            <a:off x="717590" y="3000053"/>
            <a:ext cx="4780395" cy="53181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2400"/>
              <a:buNone/>
              <a:defRPr b="1" i="0">
                <a:solidFill>
                  <a:schemeClr val="lt1"/>
                </a:solidFill>
                <a:latin typeface="Arial"/>
                <a:ea typeface="Arial"/>
                <a:cs typeface="Arial"/>
                <a:sym typeface="Arial"/>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bg>
      <p:bgPr>
        <a:solidFill>
          <a:schemeClr val="dk2"/>
        </a:solidFill>
      </p:bgPr>
    </p:bg>
    <p:spTree>
      <p:nvGrpSpPr>
        <p:cNvPr id="65" name="Shape 65"/>
        <p:cNvGrpSpPr/>
        <p:nvPr/>
      </p:nvGrpSpPr>
      <p:grpSpPr>
        <a:xfrm>
          <a:off x="0" y="0"/>
          <a:ext cx="0" cy="0"/>
          <a:chOff x="0" y="0"/>
          <a:chExt cx="0" cy="0"/>
        </a:xfrm>
      </p:grpSpPr>
      <p:pic>
        <p:nvPicPr>
          <p:cNvPr id="66" name="Google Shape;66;p3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7" name="Google Shape;67;p35"/>
          <p:cNvSpPr/>
          <p:nvPr/>
        </p:nvSpPr>
        <p:spPr>
          <a:xfrm>
            <a:off x="1932972" y="1492926"/>
            <a:ext cx="8495818" cy="403977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68" name="Google Shape;68;p35"/>
          <p:cNvPicPr preferRelativeResize="0"/>
          <p:nvPr/>
        </p:nvPicPr>
        <p:blipFill rotWithShape="1">
          <a:blip r:embed="rId3">
            <a:alphaModFix amt="20000"/>
          </a:blip>
          <a:srcRect b="21702" l="0" r="32375" t="23958"/>
          <a:stretch/>
        </p:blipFill>
        <p:spPr>
          <a:xfrm>
            <a:off x="5304295" y="1492926"/>
            <a:ext cx="5056333" cy="4039773"/>
          </a:xfrm>
          <a:prstGeom prst="rect">
            <a:avLst/>
          </a:prstGeom>
          <a:noFill/>
          <a:ln>
            <a:noFill/>
          </a:ln>
        </p:spPr>
      </p:pic>
      <p:sp>
        <p:nvSpPr>
          <p:cNvPr id="69" name="Google Shape;69;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lt1"/>
                </a:solidFill>
                <a:latin typeface="Arial"/>
                <a:ea typeface="Arial"/>
                <a:cs typeface="Arial"/>
                <a:sym typeface="Arial"/>
              </a:defRPr>
            </a:lvl1pPr>
            <a:lvl2pPr indent="0" lvl="1" marL="0" algn="r">
              <a:spcBef>
                <a:spcPts val="0"/>
              </a:spcBef>
              <a:buNone/>
              <a:defRPr b="0" i="0" sz="1200" u="none" cap="none" strike="noStrike">
                <a:solidFill>
                  <a:schemeClr val="lt1"/>
                </a:solidFill>
                <a:latin typeface="Arial"/>
                <a:ea typeface="Arial"/>
                <a:cs typeface="Arial"/>
                <a:sym typeface="Arial"/>
              </a:defRPr>
            </a:lvl2pPr>
            <a:lvl3pPr indent="0" lvl="2" marL="0" algn="r">
              <a:spcBef>
                <a:spcPts val="0"/>
              </a:spcBef>
              <a:buNone/>
              <a:defRPr b="0" i="0" sz="1200" u="none" cap="none" strike="noStrike">
                <a:solidFill>
                  <a:schemeClr val="lt1"/>
                </a:solidFill>
                <a:latin typeface="Arial"/>
                <a:ea typeface="Arial"/>
                <a:cs typeface="Arial"/>
                <a:sym typeface="Arial"/>
              </a:defRPr>
            </a:lvl3pPr>
            <a:lvl4pPr indent="0" lvl="3" marL="0" algn="r">
              <a:spcBef>
                <a:spcPts val="0"/>
              </a:spcBef>
              <a:buNone/>
              <a:defRPr b="0" i="0" sz="1200" u="none" cap="none" strike="noStrike">
                <a:solidFill>
                  <a:schemeClr val="lt1"/>
                </a:solidFill>
                <a:latin typeface="Arial"/>
                <a:ea typeface="Arial"/>
                <a:cs typeface="Arial"/>
                <a:sym typeface="Arial"/>
              </a:defRPr>
            </a:lvl4pPr>
            <a:lvl5pPr indent="0" lvl="4" marL="0" algn="r">
              <a:spcBef>
                <a:spcPts val="0"/>
              </a:spcBef>
              <a:buNone/>
              <a:defRPr b="0" i="0" sz="1200" u="none" cap="none" strike="noStrike">
                <a:solidFill>
                  <a:schemeClr val="lt1"/>
                </a:solidFill>
                <a:latin typeface="Arial"/>
                <a:ea typeface="Arial"/>
                <a:cs typeface="Arial"/>
                <a:sym typeface="Arial"/>
              </a:defRPr>
            </a:lvl5pPr>
            <a:lvl6pPr indent="0" lvl="5" marL="0" algn="r">
              <a:spcBef>
                <a:spcPts val="0"/>
              </a:spcBef>
              <a:buNone/>
              <a:defRPr b="0" i="0" sz="1200" u="none" cap="none" strike="noStrike">
                <a:solidFill>
                  <a:schemeClr val="lt1"/>
                </a:solidFill>
                <a:latin typeface="Arial"/>
                <a:ea typeface="Arial"/>
                <a:cs typeface="Arial"/>
                <a:sym typeface="Arial"/>
              </a:defRPr>
            </a:lvl6pPr>
            <a:lvl7pPr indent="0" lvl="6" marL="0" algn="r">
              <a:spcBef>
                <a:spcPts val="0"/>
              </a:spcBef>
              <a:buNone/>
              <a:defRPr b="0" i="0" sz="1200" u="none" cap="none" strike="noStrike">
                <a:solidFill>
                  <a:schemeClr val="lt1"/>
                </a:solidFill>
                <a:latin typeface="Arial"/>
                <a:ea typeface="Arial"/>
                <a:cs typeface="Arial"/>
                <a:sym typeface="Arial"/>
              </a:defRPr>
            </a:lvl7pPr>
            <a:lvl8pPr indent="0" lvl="7" marL="0" algn="r">
              <a:spcBef>
                <a:spcPts val="0"/>
              </a:spcBef>
              <a:buNone/>
              <a:defRPr b="0" i="0" sz="1200" u="none" cap="none" strike="noStrike">
                <a:solidFill>
                  <a:schemeClr val="lt1"/>
                </a:solidFill>
                <a:latin typeface="Arial"/>
                <a:ea typeface="Arial"/>
                <a:cs typeface="Arial"/>
                <a:sym typeface="Arial"/>
              </a:defRPr>
            </a:lvl8pPr>
            <a:lvl9pPr indent="0" lvl="8" marL="0" algn="r">
              <a:spcBef>
                <a:spcPts val="0"/>
              </a:spcBef>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  |  George Mason University</a:t>
            </a:r>
            <a:endParaRPr>
              <a:solidFill>
                <a:srgbClr val="8B8B8B"/>
              </a:solidFill>
            </a:endParaRPr>
          </a:p>
        </p:txBody>
      </p:sp>
      <p:sp>
        <p:nvSpPr>
          <p:cNvPr id="70" name="Google Shape;70;p35"/>
          <p:cNvSpPr txBox="1"/>
          <p:nvPr>
            <p:ph idx="1" type="subTitle"/>
          </p:nvPr>
        </p:nvSpPr>
        <p:spPr>
          <a:xfrm>
            <a:off x="2794000" y="4136461"/>
            <a:ext cx="3490913" cy="76676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Clr>
                <a:srgbClr val="3B3B3B"/>
              </a:buClr>
              <a:buSzPts val="2400"/>
              <a:buNone/>
              <a:defRPr b="1" i="0" sz="2400">
                <a:solidFill>
                  <a:srgbClr val="3B3B3B"/>
                </a:solidFill>
                <a:latin typeface="Arial"/>
                <a:ea typeface="Arial"/>
                <a:cs typeface="Arial"/>
                <a:sym typeface="Arial"/>
              </a:defRPr>
            </a:lvl1pPr>
            <a:lvl2pPr lvl="1" algn="ctr">
              <a:lnSpc>
                <a:spcPct val="100000"/>
              </a:lnSpc>
              <a:spcBef>
                <a:spcPts val="500"/>
              </a:spcBef>
              <a:spcAft>
                <a:spcPts val="0"/>
              </a:spcAft>
              <a:buClr>
                <a:schemeClr val="dk1"/>
              </a:buClr>
              <a:buSzPts val="2000"/>
              <a:buNone/>
              <a:defRPr sz="2000"/>
            </a:lvl2pPr>
            <a:lvl3pPr lvl="2" algn="ctr">
              <a:lnSpc>
                <a:spcPct val="100000"/>
              </a:lnSpc>
              <a:spcBef>
                <a:spcPts val="500"/>
              </a:spcBef>
              <a:spcAft>
                <a:spcPts val="0"/>
              </a:spcAft>
              <a:buClr>
                <a:schemeClr val="dk1"/>
              </a:buClr>
              <a:buSzPts val="1800"/>
              <a:buNone/>
              <a:defRPr sz="1800"/>
            </a:lvl3pPr>
            <a:lvl4pPr lvl="3" algn="ctr">
              <a:lnSpc>
                <a:spcPct val="100000"/>
              </a:lnSpc>
              <a:spcBef>
                <a:spcPts val="500"/>
              </a:spcBef>
              <a:spcAft>
                <a:spcPts val="0"/>
              </a:spcAft>
              <a:buClr>
                <a:schemeClr val="dk1"/>
              </a:buClr>
              <a:buSzPts val="1600"/>
              <a:buNone/>
              <a:defRPr sz="1600"/>
            </a:lvl4pPr>
            <a:lvl5pPr lvl="4" algn="ctr">
              <a:lnSpc>
                <a:spcPct val="10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1" name="Google Shape;71;p35"/>
          <p:cNvSpPr txBox="1"/>
          <p:nvPr>
            <p:ph type="title"/>
          </p:nvPr>
        </p:nvSpPr>
        <p:spPr>
          <a:xfrm>
            <a:off x="2794000" y="2019301"/>
            <a:ext cx="6437035" cy="1651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B3B3B"/>
              </a:buClr>
              <a:buSzPts val="4400"/>
              <a:buFont typeface="Arial"/>
              <a:buNone/>
              <a:defRPr>
                <a:solidFill>
                  <a:srgbClr val="3B3B3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2" name="Google Shape;72;p35"/>
          <p:cNvPicPr preferRelativeResize="0"/>
          <p:nvPr/>
        </p:nvPicPr>
        <p:blipFill rotWithShape="1">
          <a:blip r:embed="rId4">
            <a:alphaModFix/>
          </a:blip>
          <a:srcRect b="0" l="0" r="0" t="0"/>
          <a:stretch/>
        </p:blipFill>
        <p:spPr>
          <a:xfrm>
            <a:off x="9231035" y="2236180"/>
            <a:ext cx="2395509" cy="2385639"/>
          </a:xfrm>
          <a:prstGeom prst="ellipse">
            <a:avLst/>
          </a:prstGeom>
          <a:noFill/>
          <a:ln>
            <a:noFill/>
          </a:ln>
        </p:spPr>
      </p:pic>
      <p:sp>
        <p:nvSpPr>
          <p:cNvPr id="73" name="Google Shape;73;p35"/>
          <p:cNvSpPr txBox="1"/>
          <p:nvPr/>
        </p:nvSpPr>
        <p:spPr>
          <a:xfrm>
            <a:off x="786504" y="818972"/>
            <a:ext cx="1146468" cy="24006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0" u="none" cap="none" strike="noStrike">
                <a:solidFill>
                  <a:srgbClr val="BCD631"/>
                </a:solidFill>
                <a:latin typeface="Helvetica Neue"/>
                <a:ea typeface="Helvetica Neue"/>
                <a:cs typeface="Helvetica Neue"/>
                <a:sym typeface="Helvetica Neue"/>
              </a:rPr>
              <a:t>“</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 pics">
  <p:cSld name="3 col pics">
    <p:spTree>
      <p:nvGrpSpPr>
        <p:cNvPr id="74" name="Shape 74"/>
        <p:cNvGrpSpPr/>
        <p:nvPr/>
      </p:nvGrpSpPr>
      <p:grpSpPr>
        <a:xfrm>
          <a:off x="0" y="0"/>
          <a:ext cx="0" cy="0"/>
          <a:chOff x="0" y="0"/>
          <a:chExt cx="0" cy="0"/>
        </a:xfrm>
      </p:grpSpPr>
      <p:pic>
        <p:nvPicPr>
          <p:cNvPr id="75" name="Google Shape;75;p36"/>
          <p:cNvPicPr preferRelativeResize="0"/>
          <p:nvPr/>
        </p:nvPicPr>
        <p:blipFill rotWithShape="1">
          <a:blip r:embed="rId2">
            <a:alphaModFix/>
          </a:blip>
          <a:srcRect b="0" l="0" r="0" t="30926"/>
          <a:stretch/>
        </p:blipFill>
        <p:spPr>
          <a:xfrm>
            <a:off x="0" y="2120898"/>
            <a:ext cx="12192000" cy="4737101"/>
          </a:xfrm>
          <a:prstGeom prst="rect">
            <a:avLst/>
          </a:prstGeom>
          <a:noFill/>
          <a:ln>
            <a:noFill/>
          </a:ln>
        </p:spPr>
      </p:pic>
      <p:sp>
        <p:nvSpPr>
          <p:cNvPr id="76" name="Google Shape;76;p36"/>
          <p:cNvSpPr txBox="1"/>
          <p:nvPr>
            <p:ph idx="1" type="body"/>
          </p:nvPr>
        </p:nvSpPr>
        <p:spPr>
          <a:xfrm>
            <a:off x="1053803" y="3834605"/>
            <a:ext cx="2926080" cy="182880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2400"/>
              <a:buNone/>
              <a:defRPr>
                <a:solidFill>
                  <a:schemeClr val="lt1"/>
                </a:solidFill>
              </a:defRPr>
            </a:lvl1pPr>
            <a:lvl2pPr indent="-228600" lvl="1" marL="914400" algn="l">
              <a:lnSpc>
                <a:spcPct val="100000"/>
              </a:lnSpc>
              <a:spcBef>
                <a:spcPts val="500"/>
              </a:spcBef>
              <a:spcAft>
                <a:spcPts val="0"/>
              </a:spcAft>
              <a:buClr>
                <a:schemeClr val="lt1"/>
              </a:buClr>
              <a:buSzPts val="2400"/>
              <a:buNone/>
              <a:defRPr>
                <a:solidFill>
                  <a:schemeClr val="lt1"/>
                </a:solidFill>
              </a:defRPr>
            </a:lvl2pPr>
            <a:lvl3pPr indent="-381000" lvl="2" marL="1371600" algn="l">
              <a:lnSpc>
                <a:spcPct val="100000"/>
              </a:lnSpc>
              <a:spcBef>
                <a:spcPts val="500"/>
              </a:spcBef>
              <a:spcAft>
                <a:spcPts val="0"/>
              </a:spcAft>
              <a:buClr>
                <a:schemeClr val="lt1"/>
              </a:buClr>
              <a:buSzPts val="2400"/>
              <a:buChar char="•"/>
              <a:defRPr>
                <a:solidFill>
                  <a:schemeClr val="lt1"/>
                </a:solidFill>
              </a:defRPr>
            </a:lvl3pPr>
            <a:lvl4pPr indent="-381000" lvl="3" marL="1828800" algn="l">
              <a:lnSpc>
                <a:spcPct val="100000"/>
              </a:lnSpc>
              <a:spcBef>
                <a:spcPts val="500"/>
              </a:spcBef>
              <a:spcAft>
                <a:spcPts val="0"/>
              </a:spcAft>
              <a:buClr>
                <a:schemeClr val="lt1"/>
              </a:buClr>
              <a:buSzPts val="2400"/>
              <a:buChar char="•"/>
              <a:defRPr>
                <a:solidFill>
                  <a:schemeClr val="lt1"/>
                </a:solidFill>
              </a:defRPr>
            </a:lvl4pPr>
            <a:lvl5pPr indent="-381000" lvl="4" marL="2286000" algn="l">
              <a:lnSpc>
                <a:spcPct val="100000"/>
              </a:lnSpc>
              <a:spcBef>
                <a:spcPts val="500"/>
              </a:spcBef>
              <a:spcAft>
                <a:spcPts val="0"/>
              </a:spcAft>
              <a:buClr>
                <a:schemeClr val="lt1"/>
              </a:buClr>
              <a:buSzPts val="24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6"/>
          <p:cNvSpPr txBox="1"/>
          <p:nvPr>
            <p:ph idx="2" type="body"/>
          </p:nvPr>
        </p:nvSpPr>
        <p:spPr>
          <a:xfrm>
            <a:off x="4567257" y="3834605"/>
            <a:ext cx="2926080" cy="182880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2400"/>
              <a:buNone/>
              <a:defRPr>
                <a:solidFill>
                  <a:schemeClr val="lt1"/>
                </a:solidFill>
              </a:defRPr>
            </a:lvl1pPr>
            <a:lvl2pPr indent="-381000" lvl="1" marL="914400" algn="l">
              <a:lnSpc>
                <a:spcPct val="100000"/>
              </a:lnSpc>
              <a:spcBef>
                <a:spcPts val="500"/>
              </a:spcBef>
              <a:spcAft>
                <a:spcPts val="0"/>
              </a:spcAft>
              <a:buClr>
                <a:schemeClr val="lt1"/>
              </a:buClr>
              <a:buSzPts val="2400"/>
              <a:buChar char="•"/>
              <a:defRPr>
                <a:solidFill>
                  <a:schemeClr val="lt1"/>
                </a:solidFill>
              </a:defRPr>
            </a:lvl2pPr>
            <a:lvl3pPr indent="-381000" lvl="2" marL="1371600" algn="l">
              <a:lnSpc>
                <a:spcPct val="100000"/>
              </a:lnSpc>
              <a:spcBef>
                <a:spcPts val="500"/>
              </a:spcBef>
              <a:spcAft>
                <a:spcPts val="0"/>
              </a:spcAft>
              <a:buClr>
                <a:schemeClr val="lt1"/>
              </a:buClr>
              <a:buSzPts val="2400"/>
              <a:buChar char="•"/>
              <a:defRPr>
                <a:solidFill>
                  <a:schemeClr val="lt1"/>
                </a:solidFill>
              </a:defRPr>
            </a:lvl3pPr>
            <a:lvl4pPr indent="-381000" lvl="3" marL="1828800" algn="l">
              <a:lnSpc>
                <a:spcPct val="100000"/>
              </a:lnSpc>
              <a:spcBef>
                <a:spcPts val="500"/>
              </a:spcBef>
              <a:spcAft>
                <a:spcPts val="0"/>
              </a:spcAft>
              <a:buClr>
                <a:schemeClr val="lt1"/>
              </a:buClr>
              <a:buSzPts val="2400"/>
              <a:buChar char="•"/>
              <a:defRPr>
                <a:solidFill>
                  <a:schemeClr val="lt1"/>
                </a:solidFill>
              </a:defRPr>
            </a:lvl4pPr>
            <a:lvl5pPr indent="-381000" lvl="4" marL="2286000" algn="l">
              <a:lnSpc>
                <a:spcPct val="100000"/>
              </a:lnSpc>
              <a:spcBef>
                <a:spcPts val="500"/>
              </a:spcBef>
              <a:spcAft>
                <a:spcPts val="0"/>
              </a:spcAft>
              <a:buClr>
                <a:schemeClr val="lt1"/>
              </a:buClr>
              <a:buSzPts val="24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Arial"/>
                <a:ea typeface="Arial"/>
                <a:cs typeface="Arial"/>
                <a:sym typeface="Arial"/>
              </a:defRPr>
            </a:lvl1pPr>
            <a:lvl2pPr indent="0" lvl="1" marL="0" algn="r">
              <a:spcBef>
                <a:spcPts val="0"/>
              </a:spcBef>
              <a:buNone/>
              <a:defRPr sz="1200">
                <a:solidFill>
                  <a:schemeClr val="lt1"/>
                </a:solidFill>
                <a:latin typeface="Arial"/>
                <a:ea typeface="Arial"/>
                <a:cs typeface="Arial"/>
                <a:sym typeface="Arial"/>
              </a:defRPr>
            </a:lvl2pPr>
            <a:lvl3pPr indent="0" lvl="2" marL="0" algn="r">
              <a:spcBef>
                <a:spcPts val="0"/>
              </a:spcBef>
              <a:buNone/>
              <a:defRPr sz="1200">
                <a:solidFill>
                  <a:schemeClr val="lt1"/>
                </a:solidFill>
                <a:latin typeface="Arial"/>
                <a:ea typeface="Arial"/>
                <a:cs typeface="Arial"/>
                <a:sym typeface="Arial"/>
              </a:defRPr>
            </a:lvl3pPr>
            <a:lvl4pPr indent="0" lvl="3" marL="0" algn="r">
              <a:spcBef>
                <a:spcPts val="0"/>
              </a:spcBef>
              <a:buNone/>
              <a:defRPr sz="1200">
                <a:solidFill>
                  <a:schemeClr val="lt1"/>
                </a:solidFill>
                <a:latin typeface="Arial"/>
                <a:ea typeface="Arial"/>
                <a:cs typeface="Arial"/>
                <a:sym typeface="Arial"/>
              </a:defRPr>
            </a:lvl4pPr>
            <a:lvl5pPr indent="0" lvl="4" marL="0" algn="r">
              <a:spcBef>
                <a:spcPts val="0"/>
              </a:spcBef>
              <a:buNone/>
              <a:defRPr sz="1200">
                <a:solidFill>
                  <a:schemeClr val="lt1"/>
                </a:solidFill>
                <a:latin typeface="Arial"/>
                <a:ea typeface="Arial"/>
                <a:cs typeface="Arial"/>
                <a:sym typeface="Arial"/>
              </a:defRPr>
            </a:lvl5pPr>
            <a:lvl6pPr indent="0" lvl="5" marL="0" algn="r">
              <a:spcBef>
                <a:spcPts val="0"/>
              </a:spcBef>
              <a:buNone/>
              <a:defRPr sz="1200">
                <a:solidFill>
                  <a:schemeClr val="lt1"/>
                </a:solidFill>
                <a:latin typeface="Arial"/>
                <a:ea typeface="Arial"/>
                <a:cs typeface="Arial"/>
                <a:sym typeface="Arial"/>
              </a:defRPr>
            </a:lvl6pPr>
            <a:lvl7pPr indent="0" lvl="6" marL="0" algn="r">
              <a:spcBef>
                <a:spcPts val="0"/>
              </a:spcBef>
              <a:buNone/>
              <a:defRPr sz="1200">
                <a:solidFill>
                  <a:schemeClr val="lt1"/>
                </a:solidFill>
                <a:latin typeface="Arial"/>
                <a:ea typeface="Arial"/>
                <a:cs typeface="Arial"/>
                <a:sym typeface="Arial"/>
              </a:defRPr>
            </a:lvl7pPr>
            <a:lvl8pPr indent="0" lvl="7" marL="0" algn="r">
              <a:spcBef>
                <a:spcPts val="0"/>
              </a:spcBef>
              <a:buNone/>
              <a:defRPr sz="1200">
                <a:solidFill>
                  <a:schemeClr val="lt1"/>
                </a:solidFill>
                <a:latin typeface="Arial"/>
                <a:ea typeface="Arial"/>
                <a:cs typeface="Arial"/>
                <a:sym typeface="Arial"/>
              </a:defRPr>
            </a:lvl8pPr>
            <a:lvl9pPr indent="0" lvl="8" marL="0" algn="r">
              <a:spcBef>
                <a:spcPts val="0"/>
              </a:spcBef>
              <a:buNone/>
              <a:defRPr sz="12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  |  George Mason University</a:t>
            </a:r>
            <a:endParaRPr/>
          </a:p>
        </p:txBody>
      </p:sp>
      <p:sp>
        <p:nvSpPr>
          <p:cNvPr id="79" name="Google Shape;79;p36"/>
          <p:cNvSpPr txBox="1"/>
          <p:nvPr>
            <p:ph idx="3" type="body"/>
          </p:nvPr>
        </p:nvSpPr>
        <p:spPr>
          <a:xfrm>
            <a:off x="1053803" y="3137693"/>
            <a:ext cx="2926080" cy="53181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2400"/>
              <a:buNone/>
              <a:defRPr b="1" i="0">
                <a:solidFill>
                  <a:schemeClr val="lt1"/>
                </a:solidFill>
                <a:latin typeface="Arial"/>
                <a:ea typeface="Arial"/>
                <a:cs typeface="Arial"/>
                <a:sym typeface="Arial"/>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36"/>
          <p:cNvSpPr txBox="1"/>
          <p:nvPr>
            <p:ph idx="4" type="body"/>
          </p:nvPr>
        </p:nvSpPr>
        <p:spPr>
          <a:xfrm>
            <a:off x="4567257" y="3137692"/>
            <a:ext cx="2926080" cy="53181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2400"/>
              <a:buNone/>
              <a:defRPr b="1" i="0">
                <a:solidFill>
                  <a:schemeClr val="lt1"/>
                </a:solidFill>
                <a:latin typeface="Arial"/>
                <a:ea typeface="Arial"/>
                <a:cs typeface="Arial"/>
                <a:sym typeface="Arial"/>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6"/>
          <p:cNvSpPr txBox="1"/>
          <p:nvPr>
            <p:ph idx="5" type="body"/>
          </p:nvPr>
        </p:nvSpPr>
        <p:spPr>
          <a:xfrm>
            <a:off x="8080712" y="3834605"/>
            <a:ext cx="2926080" cy="182880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2400"/>
              <a:buNone/>
              <a:defRPr>
                <a:solidFill>
                  <a:schemeClr val="lt1"/>
                </a:solidFill>
              </a:defRPr>
            </a:lvl1pPr>
            <a:lvl2pPr indent="-381000" lvl="1" marL="914400" algn="l">
              <a:lnSpc>
                <a:spcPct val="100000"/>
              </a:lnSpc>
              <a:spcBef>
                <a:spcPts val="500"/>
              </a:spcBef>
              <a:spcAft>
                <a:spcPts val="0"/>
              </a:spcAft>
              <a:buClr>
                <a:schemeClr val="lt1"/>
              </a:buClr>
              <a:buSzPts val="2400"/>
              <a:buChar char="•"/>
              <a:defRPr>
                <a:solidFill>
                  <a:schemeClr val="lt1"/>
                </a:solidFill>
              </a:defRPr>
            </a:lvl2pPr>
            <a:lvl3pPr indent="-381000" lvl="2" marL="1371600" algn="l">
              <a:lnSpc>
                <a:spcPct val="100000"/>
              </a:lnSpc>
              <a:spcBef>
                <a:spcPts val="500"/>
              </a:spcBef>
              <a:spcAft>
                <a:spcPts val="0"/>
              </a:spcAft>
              <a:buClr>
                <a:schemeClr val="lt1"/>
              </a:buClr>
              <a:buSzPts val="2400"/>
              <a:buChar char="•"/>
              <a:defRPr>
                <a:solidFill>
                  <a:schemeClr val="lt1"/>
                </a:solidFill>
              </a:defRPr>
            </a:lvl3pPr>
            <a:lvl4pPr indent="-381000" lvl="3" marL="1828800" algn="l">
              <a:lnSpc>
                <a:spcPct val="100000"/>
              </a:lnSpc>
              <a:spcBef>
                <a:spcPts val="500"/>
              </a:spcBef>
              <a:spcAft>
                <a:spcPts val="0"/>
              </a:spcAft>
              <a:buClr>
                <a:schemeClr val="lt1"/>
              </a:buClr>
              <a:buSzPts val="2400"/>
              <a:buChar char="•"/>
              <a:defRPr>
                <a:solidFill>
                  <a:schemeClr val="lt1"/>
                </a:solidFill>
              </a:defRPr>
            </a:lvl4pPr>
            <a:lvl5pPr indent="-381000" lvl="4" marL="2286000" algn="l">
              <a:lnSpc>
                <a:spcPct val="100000"/>
              </a:lnSpc>
              <a:spcBef>
                <a:spcPts val="500"/>
              </a:spcBef>
              <a:spcAft>
                <a:spcPts val="0"/>
              </a:spcAft>
              <a:buClr>
                <a:schemeClr val="lt1"/>
              </a:buClr>
              <a:buSzPts val="24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36"/>
          <p:cNvSpPr txBox="1"/>
          <p:nvPr>
            <p:ph idx="6" type="body"/>
          </p:nvPr>
        </p:nvSpPr>
        <p:spPr>
          <a:xfrm>
            <a:off x="8080712" y="3137692"/>
            <a:ext cx="2926080" cy="53181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2400"/>
              <a:buNone/>
              <a:defRPr b="1" i="0">
                <a:solidFill>
                  <a:schemeClr val="lt1"/>
                </a:solidFill>
                <a:latin typeface="Arial"/>
                <a:ea typeface="Arial"/>
                <a:cs typeface="Arial"/>
                <a:sym typeface="Arial"/>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36"/>
          <p:cNvSpPr/>
          <p:nvPr>
            <p:ph idx="7" type="pic"/>
          </p:nvPr>
        </p:nvSpPr>
        <p:spPr>
          <a:xfrm>
            <a:off x="1053764" y="406400"/>
            <a:ext cx="2926080" cy="2514600"/>
          </a:xfrm>
          <a:prstGeom prst="rect">
            <a:avLst/>
          </a:prstGeom>
          <a:noFill/>
          <a:ln>
            <a:noFill/>
          </a:ln>
        </p:spPr>
      </p:sp>
      <p:sp>
        <p:nvSpPr>
          <p:cNvPr id="84" name="Google Shape;84;p36"/>
          <p:cNvSpPr/>
          <p:nvPr>
            <p:ph idx="8" type="pic"/>
          </p:nvPr>
        </p:nvSpPr>
        <p:spPr>
          <a:xfrm>
            <a:off x="4567238" y="406400"/>
            <a:ext cx="2926080" cy="2514600"/>
          </a:xfrm>
          <a:prstGeom prst="rect">
            <a:avLst/>
          </a:prstGeom>
          <a:noFill/>
          <a:ln>
            <a:noFill/>
          </a:ln>
        </p:spPr>
      </p:sp>
      <p:sp>
        <p:nvSpPr>
          <p:cNvPr id="85" name="Google Shape;85;p36"/>
          <p:cNvSpPr/>
          <p:nvPr>
            <p:ph idx="9" type="pic"/>
          </p:nvPr>
        </p:nvSpPr>
        <p:spPr>
          <a:xfrm>
            <a:off x="8080712" y="406400"/>
            <a:ext cx="2926080" cy="25146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w pictures">
  <p:cSld name="Section w pictures">
    <p:spTree>
      <p:nvGrpSpPr>
        <p:cNvPr id="86" name="Shape 86"/>
        <p:cNvGrpSpPr/>
        <p:nvPr/>
      </p:nvGrpSpPr>
      <p:grpSpPr>
        <a:xfrm>
          <a:off x="0" y="0"/>
          <a:ext cx="0" cy="0"/>
          <a:chOff x="0" y="0"/>
          <a:chExt cx="0" cy="0"/>
        </a:xfrm>
      </p:grpSpPr>
      <p:pic>
        <p:nvPicPr>
          <p:cNvPr id="87" name="Google Shape;87;p37"/>
          <p:cNvPicPr preferRelativeResize="0"/>
          <p:nvPr/>
        </p:nvPicPr>
        <p:blipFill rotWithShape="1">
          <a:blip r:embed="rId2">
            <a:alphaModFix amt="20000"/>
          </a:blip>
          <a:srcRect b="836" l="0" r="8769" t="3256"/>
          <a:stretch/>
        </p:blipFill>
        <p:spPr>
          <a:xfrm>
            <a:off x="5630329" y="-1"/>
            <a:ext cx="6561182" cy="6858001"/>
          </a:xfrm>
          <a:prstGeom prst="rect">
            <a:avLst/>
          </a:prstGeom>
          <a:noFill/>
          <a:ln>
            <a:noFill/>
          </a:ln>
        </p:spPr>
      </p:pic>
      <p:sp>
        <p:nvSpPr>
          <p:cNvPr id="88" name="Google Shape;88;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r>
              <a:rPr lang="en-US"/>
              <a:t>  |  George Mason University</a:t>
            </a:r>
            <a:endParaRPr/>
          </a:p>
        </p:txBody>
      </p:sp>
      <p:sp>
        <p:nvSpPr>
          <p:cNvPr id="89" name="Google Shape;89;p37"/>
          <p:cNvSpPr txBox="1"/>
          <p:nvPr>
            <p:ph idx="1" type="subTitle"/>
          </p:nvPr>
        </p:nvSpPr>
        <p:spPr>
          <a:xfrm>
            <a:off x="838200" y="3122341"/>
            <a:ext cx="3490913" cy="41830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Clr>
                <a:srgbClr val="00909E"/>
              </a:buClr>
              <a:buSzPts val="2400"/>
              <a:buNone/>
              <a:defRPr b="1" i="0" sz="2400">
                <a:solidFill>
                  <a:srgbClr val="00909E"/>
                </a:solidFill>
                <a:latin typeface="Arial"/>
                <a:ea typeface="Arial"/>
                <a:cs typeface="Arial"/>
                <a:sym typeface="Arial"/>
              </a:defRPr>
            </a:lvl1pPr>
            <a:lvl2pPr lvl="1" algn="ctr">
              <a:lnSpc>
                <a:spcPct val="100000"/>
              </a:lnSpc>
              <a:spcBef>
                <a:spcPts val="500"/>
              </a:spcBef>
              <a:spcAft>
                <a:spcPts val="0"/>
              </a:spcAft>
              <a:buClr>
                <a:schemeClr val="dk1"/>
              </a:buClr>
              <a:buSzPts val="2000"/>
              <a:buNone/>
              <a:defRPr sz="2000"/>
            </a:lvl2pPr>
            <a:lvl3pPr lvl="2" algn="ctr">
              <a:lnSpc>
                <a:spcPct val="100000"/>
              </a:lnSpc>
              <a:spcBef>
                <a:spcPts val="500"/>
              </a:spcBef>
              <a:spcAft>
                <a:spcPts val="0"/>
              </a:spcAft>
              <a:buClr>
                <a:schemeClr val="dk1"/>
              </a:buClr>
              <a:buSzPts val="1800"/>
              <a:buNone/>
              <a:defRPr sz="1800"/>
            </a:lvl3pPr>
            <a:lvl4pPr lvl="3" algn="ctr">
              <a:lnSpc>
                <a:spcPct val="100000"/>
              </a:lnSpc>
              <a:spcBef>
                <a:spcPts val="500"/>
              </a:spcBef>
              <a:spcAft>
                <a:spcPts val="0"/>
              </a:spcAft>
              <a:buClr>
                <a:schemeClr val="dk1"/>
              </a:buClr>
              <a:buSzPts val="1600"/>
              <a:buNone/>
              <a:defRPr sz="1600"/>
            </a:lvl4pPr>
            <a:lvl5pPr lvl="4" algn="ctr">
              <a:lnSpc>
                <a:spcPct val="10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90" name="Google Shape;90;p37"/>
          <p:cNvSpPr txBox="1"/>
          <p:nvPr>
            <p:ph idx="2" type="body"/>
          </p:nvPr>
        </p:nvSpPr>
        <p:spPr>
          <a:xfrm>
            <a:off x="838200" y="3677130"/>
            <a:ext cx="3490913" cy="181023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400"/>
              <a:buNone/>
              <a:defRPr sz="2400"/>
            </a:lvl1pPr>
            <a:lvl2pPr indent="-228600" lvl="1" marL="914400" algn="l">
              <a:lnSpc>
                <a:spcPct val="100000"/>
              </a:lnSpc>
              <a:spcBef>
                <a:spcPts val="500"/>
              </a:spcBef>
              <a:spcAft>
                <a:spcPts val="0"/>
              </a:spcAft>
              <a:buClr>
                <a:schemeClr val="dk1"/>
              </a:buClr>
              <a:buSzPts val="2400"/>
              <a:buNone/>
              <a:defRPr/>
            </a:lvl2pPr>
            <a:lvl3pPr indent="-228600" lvl="2" marL="1371600" algn="l">
              <a:lnSpc>
                <a:spcPct val="100000"/>
              </a:lnSpc>
              <a:spcBef>
                <a:spcPts val="500"/>
              </a:spcBef>
              <a:spcAft>
                <a:spcPts val="0"/>
              </a:spcAft>
              <a:buClr>
                <a:schemeClr val="dk1"/>
              </a:buClr>
              <a:buSzPts val="2400"/>
              <a:buNone/>
              <a:defRPr/>
            </a:lvl3pPr>
            <a:lvl4pPr indent="-228600" lvl="3" marL="1828800" algn="l">
              <a:lnSpc>
                <a:spcPct val="100000"/>
              </a:lnSpc>
              <a:spcBef>
                <a:spcPts val="500"/>
              </a:spcBef>
              <a:spcAft>
                <a:spcPts val="0"/>
              </a:spcAft>
              <a:buClr>
                <a:schemeClr val="dk1"/>
              </a:buClr>
              <a:buSzPts val="2400"/>
              <a:buNone/>
              <a:defRPr/>
            </a:lvl4pPr>
            <a:lvl5pPr indent="-228600" lvl="4" marL="2286000" algn="l">
              <a:lnSpc>
                <a:spcPct val="100000"/>
              </a:lnSpc>
              <a:spcBef>
                <a:spcPts val="500"/>
              </a:spcBef>
              <a:spcAft>
                <a:spcPts val="0"/>
              </a:spcAft>
              <a:buClr>
                <a:schemeClr val="dk1"/>
              </a:buClr>
              <a:buSzPts val="2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37"/>
          <p:cNvSpPr txBox="1"/>
          <p:nvPr>
            <p:ph type="title"/>
          </p:nvPr>
        </p:nvSpPr>
        <p:spPr>
          <a:xfrm>
            <a:off x="838200" y="893135"/>
            <a:ext cx="3490913" cy="209271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7"/>
          <p:cNvSpPr/>
          <p:nvPr/>
        </p:nvSpPr>
        <p:spPr>
          <a:xfrm>
            <a:off x="10833905" y="1243013"/>
            <a:ext cx="1358096" cy="424434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93" name="Google Shape;93;p37"/>
          <p:cNvPicPr preferRelativeResize="0"/>
          <p:nvPr/>
        </p:nvPicPr>
        <p:blipFill rotWithShape="1">
          <a:blip r:embed="rId3">
            <a:alphaModFix/>
          </a:blip>
          <a:srcRect b="9143" l="0" r="43523" t="9143"/>
          <a:stretch/>
        </p:blipFill>
        <p:spPr>
          <a:xfrm>
            <a:off x="10833905" y="1243012"/>
            <a:ext cx="1357606" cy="4242816"/>
          </a:xfrm>
          <a:prstGeom prst="rect">
            <a:avLst/>
          </a:prstGeom>
          <a:noFill/>
          <a:ln>
            <a:noFill/>
          </a:ln>
        </p:spPr>
      </p:pic>
      <p:sp>
        <p:nvSpPr>
          <p:cNvPr id="94" name="Google Shape;94;p37"/>
          <p:cNvSpPr/>
          <p:nvPr>
            <p:ph idx="3" type="pic"/>
          </p:nvPr>
        </p:nvSpPr>
        <p:spPr>
          <a:xfrm>
            <a:off x="7785100" y="1243012"/>
            <a:ext cx="3049588" cy="4242816"/>
          </a:xfrm>
          <a:prstGeom prst="rect">
            <a:avLst/>
          </a:prstGeom>
          <a:noFill/>
          <a:ln>
            <a:noFill/>
          </a:ln>
        </p:spPr>
      </p:sp>
      <p:sp>
        <p:nvSpPr>
          <p:cNvPr id="95" name="Google Shape;95;p37"/>
          <p:cNvSpPr/>
          <p:nvPr>
            <p:ph idx="4" type="pic"/>
          </p:nvPr>
        </p:nvSpPr>
        <p:spPr>
          <a:xfrm>
            <a:off x="4742950" y="1243013"/>
            <a:ext cx="3049588" cy="2184398"/>
          </a:xfrm>
          <a:prstGeom prst="rect">
            <a:avLst/>
          </a:prstGeom>
          <a:noFill/>
          <a:ln>
            <a:noFill/>
          </a:ln>
        </p:spPr>
      </p:sp>
      <p:sp>
        <p:nvSpPr>
          <p:cNvPr id="96" name="Google Shape;96;p37"/>
          <p:cNvSpPr/>
          <p:nvPr>
            <p:ph idx="5" type="pic"/>
          </p:nvPr>
        </p:nvSpPr>
        <p:spPr>
          <a:xfrm>
            <a:off x="4742950" y="3427410"/>
            <a:ext cx="3049588" cy="2059949"/>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with 1 pic">
  <p:cSld name="Section with 1 pic">
    <p:spTree>
      <p:nvGrpSpPr>
        <p:cNvPr id="97" name="Shape 97"/>
        <p:cNvGrpSpPr/>
        <p:nvPr/>
      </p:nvGrpSpPr>
      <p:grpSpPr>
        <a:xfrm>
          <a:off x="0" y="0"/>
          <a:ext cx="0" cy="0"/>
          <a:chOff x="0" y="0"/>
          <a:chExt cx="0" cy="0"/>
        </a:xfrm>
      </p:grpSpPr>
      <p:pic>
        <p:nvPicPr>
          <p:cNvPr id="98" name="Google Shape;98;p38"/>
          <p:cNvPicPr preferRelativeResize="0"/>
          <p:nvPr/>
        </p:nvPicPr>
        <p:blipFill rotWithShape="1">
          <a:blip r:embed="rId2">
            <a:alphaModFix amt="20000"/>
          </a:blip>
          <a:srcRect b="2631" l="0" r="0" t="20549"/>
          <a:stretch/>
        </p:blipFill>
        <p:spPr>
          <a:xfrm>
            <a:off x="1365249" y="0"/>
            <a:ext cx="8978901" cy="6858000"/>
          </a:xfrm>
          <a:prstGeom prst="rect">
            <a:avLst/>
          </a:prstGeom>
          <a:noFill/>
          <a:ln>
            <a:noFill/>
          </a:ln>
        </p:spPr>
      </p:pic>
      <p:sp>
        <p:nvSpPr>
          <p:cNvPr id="99" name="Google Shape;99;p38"/>
          <p:cNvSpPr txBox="1"/>
          <p:nvPr>
            <p:ph type="title"/>
          </p:nvPr>
        </p:nvSpPr>
        <p:spPr>
          <a:xfrm>
            <a:off x="6795889" y="1798995"/>
            <a:ext cx="4824612"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38"/>
          <p:cNvSpPr txBox="1"/>
          <p:nvPr>
            <p:ph idx="1" type="body"/>
          </p:nvPr>
        </p:nvSpPr>
        <p:spPr>
          <a:xfrm>
            <a:off x="6795888" y="3927833"/>
            <a:ext cx="4913511" cy="134266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400"/>
              <a:buNone/>
              <a:defRPr>
                <a:solidFill>
                  <a:schemeClr val="dk1"/>
                </a:solidFill>
              </a:defRPr>
            </a:lvl1pPr>
            <a:lvl2pPr indent="-228600" lvl="1" marL="914400" algn="l">
              <a:lnSpc>
                <a:spcPct val="100000"/>
              </a:lnSpc>
              <a:spcBef>
                <a:spcPts val="500"/>
              </a:spcBef>
              <a:spcAft>
                <a:spcPts val="0"/>
              </a:spcAft>
              <a:buClr>
                <a:schemeClr val="dk1"/>
              </a:buClr>
              <a:buSzPts val="2400"/>
              <a:buNone/>
              <a:defRPr>
                <a:solidFill>
                  <a:schemeClr val="dk1"/>
                </a:solidFill>
              </a:defRPr>
            </a:lvl2pPr>
            <a:lvl3pPr indent="-228600" lvl="2" marL="1371600" algn="l">
              <a:lnSpc>
                <a:spcPct val="100000"/>
              </a:lnSpc>
              <a:spcBef>
                <a:spcPts val="500"/>
              </a:spcBef>
              <a:spcAft>
                <a:spcPts val="0"/>
              </a:spcAft>
              <a:buClr>
                <a:schemeClr val="dk1"/>
              </a:buClr>
              <a:buSzPts val="2400"/>
              <a:buNone/>
              <a:defRPr>
                <a:solidFill>
                  <a:schemeClr val="dk1"/>
                </a:solidFill>
              </a:defRPr>
            </a:lvl3pPr>
            <a:lvl4pPr indent="-228600" lvl="3" marL="1828800" algn="l">
              <a:lnSpc>
                <a:spcPct val="100000"/>
              </a:lnSpc>
              <a:spcBef>
                <a:spcPts val="500"/>
              </a:spcBef>
              <a:spcAft>
                <a:spcPts val="0"/>
              </a:spcAft>
              <a:buClr>
                <a:schemeClr val="dk1"/>
              </a:buClr>
              <a:buSzPts val="2400"/>
              <a:buNone/>
              <a:defRPr>
                <a:solidFill>
                  <a:schemeClr val="dk1"/>
                </a:solidFill>
              </a:defRPr>
            </a:lvl4pPr>
            <a:lvl5pPr indent="-228600" lvl="4" marL="2286000" algn="l">
              <a:lnSpc>
                <a:spcPct val="100000"/>
              </a:lnSpc>
              <a:spcBef>
                <a:spcPts val="500"/>
              </a:spcBef>
              <a:spcAft>
                <a:spcPts val="0"/>
              </a:spcAft>
              <a:buClr>
                <a:schemeClr val="dk1"/>
              </a:buClr>
              <a:buSzPts val="2400"/>
              <a:buNone/>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r>
              <a:rPr lang="en-US"/>
              <a:t>  |  George Mason University</a:t>
            </a:r>
            <a:endParaRPr/>
          </a:p>
        </p:txBody>
      </p:sp>
      <p:sp>
        <p:nvSpPr>
          <p:cNvPr id="102" name="Google Shape;102;p38"/>
          <p:cNvSpPr txBox="1"/>
          <p:nvPr>
            <p:ph idx="2" type="body"/>
          </p:nvPr>
        </p:nvSpPr>
        <p:spPr>
          <a:xfrm>
            <a:off x="6795889" y="3215839"/>
            <a:ext cx="4824612" cy="620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accent2"/>
              </a:buClr>
              <a:buSzPts val="2400"/>
              <a:buNone/>
              <a:defRPr b="1" i="0">
                <a:solidFill>
                  <a:schemeClr val="accent2"/>
                </a:solidFill>
                <a:latin typeface="Arial"/>
                <a:ea typeface="Arial"/>
                <a:cs typeface="Arial"/>
                <a:sym typeface="Arial"/>
              </a:defRPr>
            </a:lvl1pPr>
            <a:lvl2pPr indent="-228600" lvl="1" marL="914400" algn="l">
              <a:lnSpc>
                <a:spcPct val="100000"/>
              </a:lnSpc>
              <a:spcBef>
                <a:spcPts val="500"/>
              </a:spcBef>
              <a:spcAft>
                <a:spcPts val="0"/>
              </a:spcAft>
              <a:buClr>
                <a:schemeClr val="dk1"/>
              </a:buClr>
              <a:buSzPts val="2400"/>
              <a:buNone/>
              <a:defRPr/>
            </a:lvl2pPr>
            <a:lvl3pPr indent="-228600" lvl="2" marL="1371600" algn="l">
              <a:lnSpc>
                <a:spcPct val="100000"/>
              </a:lnSpc>
              <a:spcBef>
                <a:spcPts val="500"/>
              </a:spcBef>
              <a:spcAft>
                <a:spcPts val="0"/>
              </a:spcAft>
              <a:buClr>
                <a:schemeClr val="dk1"/>
              </a:buClr>
              <a:buSzPts val="2400"/>
              <a:buNone/>
              <a:defRPr/>
            </a:lvl3pPr>
            <a:lvl4pPr indent="-228600" lvl="3" marL="1828800" algn="l">
              <a:lnSpc>
                <a:spcPct val="100000"/>
              </a:lnSpc>
              <a:spcBef>
                <a:spcPts val="500"/>
              </a:spcBef>
              <a:spcAft>
                <a:spcPts val="0"/>
              </a:spcAft>
              <a:buClr>
                <a:schemeClr val="dk1"/>
              </a:buClr>
              <a:buSzPts val="2400"/>
              <a:buNone/>
              <a:defRPr/>
            </a:lvl4pPr>
            <a:lvl5pPr indent="-228600" lvl="4" marL="2286000" algn="l">
              <a:lnSpc>
                <a:spcPct val="100000"/>
              </a:lnSpc>
              <a:spcBef>
                <a:spcPts val="500"/>
              </a:spcBef>
              <a:spcAft>
                <a:spcPts val="0"/>
              </a:spcAft>
              <a:buClr>
                <a:schemeClr val="dk1"/>
              </a:buClr>
              <a:buSzPts val="2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38"/>
          <p:cNvSpPr/>
          <p:nvPr>
            <p:ph idx="3" type="pic"/>
          </p:nvPr>
        </p:nvSpPr>
        <p:spPr>
          <a:xfrm>
            <a:off x="0" y="1162050"/>
            <a:ext cx="6388100" cy="4108450"/>
          </a:xfrm>
          <a:prstGeom prst="rect">
            <a:avLst/>
          </a:prstGeom>
          <a:noFill/>
          <a:ln>
            <a:noFill/>
          </a:ln>
        </p:spPr>
      </p:sp>
      <p:pic>
        <p:nvPicPr>
          <p:cNvPr id="104" name="Google Shape;104;p38"/>
          <p:cNvPicPr preferRelativeResize="0"/>
          <p:nvPr/>
        </p:nvPicPr>
        <p:blipFill rotWithShape="1">
          <a:blip r:embed="rId3">
            <a:alphaModFix/>
          </a:blip>
          <a:srcRect b="0" l="0" r="0" t="0"/>
          <a:stretch/>
        </p:blipFill>
        <p:spPr>
          <a:xfrm>
            <a:off x="-6351" y="0"/>
            <a:ext cx="1371600" cy="68580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p:cSld name="end">
    <p:bg>
      <p:bgPr>
        <a:solidFill>
          <a:schemeClr val="dk2"/>
        </a:solidFill>
      </p:bgPr>
    </p:bg>
    <p:spTree>
      <p:nvGrpSpPr>
        <p:cNvPr id="105" name="Shape 105"/>
        <p:cNvGrpSpPr/>
        <p:nvPr/>
      </p:nvGrpSpPr>
      <p:grpSpPr>
        <a:xfrm>
          <a:off x="0" y="0"/>
          <a:ext cx="0" cy="0"/>
          <a:chOff x="0" y="0"/>
          <a:chExt cx="0" cy="0"/>
        </a:xfrm>
      </p:grpSpPr>
      <p:pic>
        <p:nvPicPr>
          <p:cNvPr id="106" name="Google Shape;106;p39"/>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107" name="Google Shape;107;p39"/>
          <p:cNvPicPr preferRelativeResize="0"/>
          <p:nvPr/>
        </p:nvPicPr>
        <p:blipFill rotWithShape="1">
          <a:blip r:embed="rId3">
            <a:alphaModFix/>
          </a:blip>
          <a:srcRect b="0" l="0" r="0" t="0"/>
          <a:stretch/>
        </p:blipFill>
        <p:spPr>
          <a:xfrm>
            <a:off x="4879975" y="685800"/>
            <a:ext cx="2432050" cy="1628194"/>
          </a:xfrm>
          <a:prstGeom prst="rect">
            <a:avLst/>
          </a:prstGeom>
          <a:noFill/>
          <a:ln>
            <a:noFill/>
          </a:ln>
        </p:spPr>
      </p:pic>
      <p:grpSp>
        <p:nvGrpSpPr>
          <p:cNvPr id="108" name="Google Shape;108;p39"/>
          <p:cNvGrpSpPr/>
          <p:nvPr/>
        </p:nvGrpSpPr>
        <p:grpSpPr>
          <a:xfrm>
            <a:off x="4360602" y="3418257"/>
            <a:ext cx="3470796" cy="674932"/>
            <a:chOff x="4372071" y="3418257"/>
            <a:chExt cx="3470796" cy="674932"/>
          </a:xfrm>
        </p:grpSpPr>
        <p:pic>
          <p:nvPicPr>
            <p:cNvPr id="109" name="Google Shape;109;p39"/>
            <p:cNvPicPr preferRelativeResize="0"/>
            <p:nvPr/>
          </p:nvPicPr>
          <p:blipFill rotWithShape="1">
            <a:blip r:embed="rId4">
              <a:alphaModFix/>
            </a:blip>
            <a:srcRect b="0" l="0" r="0" t="0"/>
            <a:stretch/>
          </p:blipFill>
          <p:spPr>
            <a:xfrm>
              <a:off x="4372071" y="3418257"/>
              <a:ext cx="674932" cy="674932"/>
            </a:xfrm>
            <a:prstGeom prst="rect">
              <a:avLst/>
            </a:prstGeom>
            <a:noFill/>
            <a:ln>
              <a:noFill/>
            </a:ln>
          </p:spPr>
        </p:pic>
        <p:pic>
          <p:nvPicPr>
            <p:cNvPr id="110" name="Google Shape;110;p39"/>
            <p:cNvPicPr preferRelativeResize="0"/>
            <p:nvPr/>
          </p:nvPicPr>
          <p:blipFill rotWithShape="1">
            <a:blip r:embed="rId5">
              <a:alphaModFix/>
            </a:blip>
            <a:srcRect b="0" l="0" r="0" t="0"/>
            <a:stretch/>
          </p:blipFill>
          <p:spPr>
            <a:xfrm>
              <a:off x="6468969" y="3418257"/>
              <a:ext cx="674932" cy="674932"/>
            </a:xfrm>
            <a:prstGeom prst="rect">
              <a:avLst/>
            </a:prstGeom>
            <a:noFill/>
            <a:ln>
              <a:noFill/>
            </a:ln>
          </p:spPr>
        </p:pic>
        <p:pic>
          <p:nvPicPr>
            <p:cNvPr id="111" name="Google Shape;111;p39"/>
            <p:cNvPicPr preferRelativeResize="0"/>
            <p:nvPr/>
          </p:nvPicPr>
          <p:blipFill rotWithShape="1">
            <a:blip r:embed="rId6">
              <a:alphaModFix/>
            </a:blip>
            <a:srcRect b="0" l="0" r="0" t="0"/>
            <a:stretch/>
          </p:blipFill>
          <p:spPr>
            <a:xfrm>
              <a:off x="7167935" y="3418257"/>
              <a:ext cx="674932" cy="674932"/>
            </a:xfrm>
            <a:prstGeom prst="rect">
              <a:avLst/>
            </a:prstGeom>
            <a:noFill/>
            <a:ln>
              <a:noFill/>
            </a:ln>
          </p:spPr>
        </p:pic>
        <p:pic>
          <p:nvPicPr>
            <p:cNvPr id="112" name="Google Shape;112;p39"/>
            <p:cNvPicPr preferRelativeResize="0"/>
            <p:nvPr/>
          </p:nvPicPr>
          <p:blipFill rotWithShape="1">
            <a:blip r:embed="rId7">
              <a:alphaModFix/>
            </a:blip>
            <a:srcRect b="0" l="0" r="0" t="0"/>
            <a:stretch/>
          </p:blipFill>
          <p:spPr>
            <a:xfrm>
              <a:off x="5071037" y="3418257"/>
              <a:ext cx="674932" cy="674932"/>
            </a:xfrm>
            <a:prstGeom prst="rect">
              <a:avLst/>
            </a:prstGeom>
            <a:noFill/>
            <a:ln>
              <a:noFill/>
            </a:ln>
          </p:spPr>
        </p:pic>
        <p:pic>
          <p:nvPicPr>
            <p:cNvPr id="113" name="Google Shape;113;p39"/>
            <p:cNvPicPr preferRelativeResize="0"/>
            <p:nvPr/>
          </p:nvPicPr>
          <p:blipFill rotWithShape="1">
            <a:blip r:embed="rId8">
              <a:alphaModFix/>
            </a:blip>
            <a:srcRect b="0" l="0" r="0" t="0"/>
            <a:stretch/>
          </p:blipFill>
          <p:spPr>
            <a:xfrm>
              <a:off x="5770003" y="3418257"/>
              <a:ext cx="674932" cy="674932"/>
            </a:xfrm>
            <a:prstGeom prst="rect">
              <a:avLst/>
            </a:prstGeom>
            <a:noFill/>
            <a:ln>
              <a:noFill/>
            </a:ln>
          </p:spPr>
        </p:pic>
      </p:grpSp>
      <p:sp>
        <p:nvSpPr>
          <p:cNvPr id="114" name="Google Shape;114;p39"/>
          <p:cNvSpPr txBox="1"/>
          <p:nvPr>
            <p:ph idx="1" type="body"/>
          </p:nvPr>
        </p:nvSpPr>
        <p:spPr>
          <a:xfrm>
            <a:off x="4159250" y="4233362"/>
            <a:ext cx="3873500" cy="203835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2000"/>
              <a:buNone/>
              <a:defRPr sz="2000">
                <a:solidFill>
                  <a:schemeClr val="lt1"/>
                </a:solidFill>
              </a:defRPr>
            </a:lvl1pPr>
            <a:lvl2pPr indent="-228600" lvl="1" marL="914400" algn="ctr">
              <a:lnSpc>
                <a:spcPct val="100000"/>
              </a:lnSpc>
              <a:spcBef>
                <a:spcPts val="500"/>
              </a:spcBef>
              <a:spcAft>
                <a:spcPts val="0"/>
              </a:spcAft>
              <a:buClr>
                <a:schemeClr val="lt1"/>
              </a:buClr>
              <a:buSzPts val="2400"/>
              <a:buNone/>
              <a:defRPr>
                <a:solidFill>
                  <a:schemeClr val="lt1"/>
                </a:solidFill>
              </a:defRPr>
            </a:lvl2pPr>
            <a:lvl3pPr indent="-228600" lvl="2" marL="1371600" algn="ctr">
              <a:lnSpc>
                <a:spcPct val="100000"/>
              </a:lnSpc>
              <a:spcBef>
                <a:spcPts val="500"/>
              </a:spcBef>
              <a:spcAft>
                <a:spcPts val="0"/>
              </a:spcAft>
              <a:buClr>
                <a:schemeClr val="lt1"/>
              </a:buClr>
              <a:buSzPts val="2400"/>
              <a:buNone/>
              <a:defRPr>
                <a:solidFill>
                  <a:schemeClr val="lt1"/>
                </a:solidFill>
              </a:defRPr>
            </a:lvl3pPr>
            <a:lvl4pPr indent="-228600" lvl="3" marL="1828800" algn="ctr">
              <a:lnSpc>
                <a:spcPct val="100000"/>
              </a:lnSpc>
              <a:spcBef>
                <a:spcPts val="500"/>
              </a:spcBef>
              <a:spcAft>
                <a:spcPts val="0"/>
              </a:spcAft>
              <a:buClr>
                <a:schemeClr val="lt1"/>
              </a:buClr>
              <a:buSzPts val="2400"/>
              <a:buNone/>
              <a:defRPr>
                <a:solidFill>
                  <a:schemeClr val="lt1"/>
                </a:solidFill>
              </a:defRPr>
            </a:lvl4pPr>
            <a:lvl5pPr indent="-228600" lvl="4" marL="2286000" algn="ctr">
              <a:lnSpc>
                <a:spcPct val="100000"/>
              </a:lnSpc>
              <a:spcBef>
                <a:spcPts val="500"/>
              </a:spcBef>
              <a:spcAft>
                <a:spcPts val="0"/>
              </a:spcAft>
              <a:buClr>
                <a:schemeClr val="lt1"/>
              </a:buClr>
              <a:buSzPts val="2400"/>
              <a:buNone/>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39"/>
          <p:cNvSpPr txBox="1"/>
          <p:nvPr>
            <p:ph idx="2" type="body"/>
          </p:nvPr>
        </p:nvSpPr>
        <p:spPr>
          <a:xfrm>
            <a:off x="3884051" y="2673919"/>
            <a:ext cx="4423898" cy="449501"/>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accent1"/>
              </a:buClr>
              <a:buSzPts val="2000"/>
              <a:buNone/>
              <a:defRPr b="1" sz="2000">
                <a:solidFill>
                  <a:schemeClr val="accent1"/>
                </a:solidFill>
              </a:defRPr>
            </a:lvl1pPr>
            <a:lvl2pPr indent="-381000" lvl="1" marL="914400" algn="l">
              <a:lnSpc>
                <a:spcPct val="100000"/>
              </a:lnSpc>
              <a:spcBef>
                <a:spcPts val="500"/>
              </a:spcBef>
              <a:spcAft>
                <a:spcPts val="0"/>
              </a:spcAft>
              <a:buClr>
                <a:schemeClr val="dk1"/>
              </a:buClr>
              <a:buSzPts val="2400"/>
              <a:buChar char="•"/>
              <a:defRPr/>
            </a:lvl2pPr>
            <a:lvl3pPr indent="-381000" lvl="2" marL="1371600" algn="l">
              <a:lnSpc>
                <a:spcPct val="100000"/>
              </a:lnSpc>
              <a:spcBef>
                <a:spcPts val="500"/>
              </a:spcBef>
              <a:spcAft>
                <a:spcPts val="0"/>
              </a:spcAft>
              <a:buClr>
                <a:schemeClr val="dk1"/>
              </a:buClr>
              <a:buSzPts val="2400"/>
              <a:buChar char="•"/>
              <a:defRPr/>
            </a:lvl3pPr>
            <a:lvl4pPr indent="-381000" lvl="3" marL="1828800" algn="l">
              <a:lnSpc>
                <a:spcPct val="100000"/>
              </a:lnSpc>
              <a:spcBef>
                <a:spcPts val="500"/>
              </a:spcBef>
              <a:spcAft>
                <a:spcPts val="0"/>
              </a:spcAft>
              <a:buClr>
                <a:schemeClr val="dk1"/>
              </a:buClr>
              <a:buSzPts val="2400"/>
              <a:buChar char="•"/>
              <a:defRPr/>
            </a:lvl4pPr>
            <a:lvl5pPr indent="-381000" lvl="4" marL="2286000" algn="l">
              <a:lnSpc>
                <a:spcPct val="100000"/>
              </a:lnSpc>
              <a:spcBef>
                <a:spcPts val="500"/>
              </a:spcBef>
              <a:spcAft>
                <a:spcPts val="0"/>
              </a:spcAft>
              <a:buClr>
                <a:schemeClr val="dk1"/>
              </a:buClr>
              <a:buSzPts val="24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Content2">
  <p:cSld name="Title+Content2">
    <p:spTree>
      <p:nvGrpSpPr>
        <p:cNvPr id="116" name="Shape 116"/>
        <p:cNvGrpSpPr/>
        <p:nvPr/>
      </p:nvGrpSpPr>
      <p:grpSpPr>
        <a:xfrm>
          <a:off x="0" y="0"/>
          <a:ext cx="0" cy="0"/>
          <a:chOff x="0" y="0"/>
          <a:chExt cx="0" cy="0"/>
        </a:xfrm>
      </p:grpSpPr>
      <p:sp>
        <p:nvSpPr>
          <p:cNvPr id="117" name="Google Shape;117;p40"/>
          <p:cNvSpPr txBox="1"/>
          <p:nvPr>
            <p:ph idx="1" type="body"/>
          </p:nvPr>
        </p:nvSpPr>
        <p:spPr>
          <a:xfrm>
            <a:off x="482101" y="1504950"/>
            <a:ext cx="11074900" cy="47625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1000"/>
              </a:spcBef>
              <a:spcAft>
                <a:spcPts val="0"/>
              </a:spcAft>
              <a:buClr>
                <a:schemeClr val="dk1"/>
              </a:buClr>
              <a:buSzPts val="2000"/>
              <a:buFont typeface="Arial"/>
              <a:buNone/>
              <a:defRPr b="1" sz="2000">
                <a:solidFill>
                  <a:schemeClr val="dk1"/>
                </a:solidFill>
                <a:latin typeface="Arial"/>
                <a:ea typeface="Arial"/>
                <a:cs typeface="Arial"/>
                <a:sym typeface="Arial"/>
              </a:defRPr>
            </a:lvl1pPr>
            <a:lvl2pPr indent="-330200" lvl="1" marL="914400" algn="l">
              <a:lnSpc>
                <a:spcPct val="100000"/>
              </a:lnSpc>
              <a:spcBef>
                <a:spcPts val="500"/>
              </a:spcBef>
              <a:spcAft>
                <a:spcPts val="0"/>
              </a:spcAft>
              <a:buClr>
                <a:schemeClr val="dk1"/>
              </a:buClr>
              <a:buSzPts val="1600"/>
              <a:buFont typeface="Noto Sans Symbols"/>
              <a:buChar char="▪"/>
              <a:defRPr sz="1600">
                <a:solidFill>
                  <a:schemeClr val="dk1"/>
                </a:solidFill>
                <a:latin typeface="Arial"/>
                <a:ea typeface="Arial"/>
                <a:cs typeface="Arial"/>
                <a:sym typeface="Arial"/>
              </a:defRPr>
            </a:lvl2pPr>
            <a:lvl3pPr indent="-330200" lvl="2" marL="1371600" algn="l">
              <a:lnSpc>
                <a:spcPct val="100000"/>
              </a:lnSpc>
              <a:spcBef>
                <a:spcPts val="500"/>
              </a:spcBef>
              <a:spcAft>
                <a:spcPts val="0"/>
              </a:spcAft>
              <a:buClr>
                <a:schemeClr val="dk1"/>
              </a:buClr>
              <a:buSzPts val="1600"/>
              <a:buFont typeface="Noto Sans Symbols"/>
              <a:buChar char="▪"/>
              <a:defRPr sz="1600">
                <a:solidFill>
                  <a:schemeClr val="dk1"/>
                </a:solidFill>
                <a:latin typeface="Arial"/>
                <a:ea typeface="Arial"/>
                <a:cs typeface="Arial"/>
                <a:sym typeface="Arial"/>
              </a:defRPr>
            </a:lvl3pPr>
            <a:lvl4pPr indent="-342900" lvl="3" marL="1828800" algn="l">
              <a:lnSpc>
                <a:spcPct val="100000"/>
              </a:lnSpc>
              <a:spcBef>
                <a:spcPts val="500"/>
              </a:spcBef>
              <a:spcAft>
                <a:spcPts val="0"/>
              </a:spcAft>
              <a:buClr>
                <a:schemeClr val="dk1"/>
              </a:buClr>
              <a:buSzPts val="1800"/>
              <a:buChar char="•"/>
              <a:defRPr sz="1800">
                <a:solidFill>
                  <a:schemeClr val="dk1"/>
                </a:solidFill>
                <a:latin typeface="Arial"/>
                <a:ea typeface="Arial"/>
                <a:cs typeface="Arial"/>
                <a:sym typeface="Arial"/>
              </a:defRPr>
            </a:lvl4pPr>
            <a:lvl5pPr indent="-342900" lvl="4" marL="2286000" algn="l">
              <a:lnSpc>
                <a:spcPct val="100000"/>
              </a:lnSpc>
              <a:spcBef>
                <a:spcPts val="500"/>
              </a:spcBef>
              <a:spcAft>
                <a:spcPts val="0"/>
              </a:spcAft>
              <a:buClr>
                <a:schemeClr val="dk1"/>
              </a:buClr>
              <a:buSzPts val="1800"/>
              <a:buChar char="•"/>
              <a:defRPr sz="18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40"/>
          <p:cNvSpPr txBox="1"/>
          <p:nvPr>
            <p:ph idx="2" type="body"/>
          </p:nvPr>
        </p:nvSpPr>
        <p:spPr>
          <a:xfrm>
            <a:off x="482101" y="785813"/>
            <a:ext cx="11074900" cy="633413"/>
          </a:xfrm>
          <a:prstGeom prst="rect">
            <a:avLst/>
          </a:prstGeom>
          <a:noFill/>
          <a:ln>
            <a:noFill/>
          </a:ln>
        </p:spPr>
        <p:txBody>
          <a:bodyPr anchorCtr="0" anchor="t" bIns="45700" lIns="45700" spcFirstLastPara="1" rIns="45700" wrap="square" tIns="45700">
            <a:normAutofit/>
          </a:bodyPr>
          <a:lstStyle>
            <a:lvl1pPr indent="-419100" lvl="0" marL="457200" algn="l">
              <a:lnSpc>
                <a:spcPct val="100000"/>
              </a:lnSpc>
              <a:spcBef>
                <a:spcPts val="1000"/>
              </a:spcBef>
              <a:spcAft>
                <a:spcPts val="0"/>
              </a:spcAft>
              <a:buClr>
                <a:schemeClr val="dk1"/>
              </a:buClr>
              <a:buSzPts val="3000"/>
              <a:buChar char="•"/>
              <a:defRPr b="0" sz="3000" cap="none">
                <a:solidFill>
                  <a:schemeClr val="dk1"/>
                </a:solidFill>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rgbClr val="8B8B8B"/>
                </a:solidFill>
                <a:latin typeface="Arial"/>
                <a:ea typeface="Arial"/>
                <a:cs typeface="Arial"/>
                <a:sym typeface="Arial"/>
              </a:defRPr>
            </a:lvl1pPr>
            <a:lvl2pPr indent="0" lvl="1" marL="0" algn="r">
              <a:spcBef>
                <a:spcPts val="0"/>
              </a:spcBef>
              <a:buNone/>
              <a:defRPr sz="1000">
                <a:solidFill>
                  <a:srgbClr val="8B8B8B"/>
                </a:solidFill>
                <a:latin typeface="Arial"/>
                <a:ea typeface="Arial"/>
                <a:cs typeface="Arial"/>
                <a:sym typeface="Arial"/>
              </a:defRPr>
            </a:lvl2pPr>
            <a:lvl3pPr indent="0" lvl="2" marL="0" algn="r">
              <a:spcBef>
                <a:spcPts val="0"/>
              </a:spcBef>
              <a:buNone/>
              <a:defRPr sz="1000">
                <a:solidFill>
                  <a:srgbClr val="8B8B8B"/>
                </a:solidFill>
                <a:latin typeface="Arial"/>
                <a:ea typeface="Arial"/>
                <a:cs typeface="Arial"/>
                <a:sym typeface="Arial"/>
              </a:defRPr>
            </a:lvl3pPr>
            <a:lvl4pPr indent="0" lvl="3" marL="0" algn="r">
              <a:spcBef>
                <a:spcPts val="0"/>
              </a:spcBef>
              <a:buNone/>
              <a:defRPr sz="1000">
                <a:solidFill>
                  <a:srgbClr val="8B8B8B"/>
                </a:solidFill>
                <a:latin typeface="Arial"/>
                <a:ea typeface="Arial"/>
                <a:cs typeface="Arial"/>
                <a:sym typeface="Arial"/>
              </a:defRPr>
            </a:lvl4pPr>
            <a:lvl5pPr indent="0" lvl="4" marL="0" algn="r">
              <a:spcBef>
                <a:spcPts val="0"/>
              </a:spcBef>
              <a:buNone/>
              <a:defRPr sz="1000">
                <a:solidFill>
                  <a:srgbClr val="8B8B8B"/>
                </a:solidFill>
                <a:latin typeface="Arial"/>
                <a:ea typeface="Arial"/>
                <a:cs typeface="Arial"/>
                <a:sym typeface="Arial"/>
              </a:defRPr>
            </a:lvl5pPr>
            <a:lvl6pPr indent="0" lvl="5" marL="0" algn="r">
              <a:spcBef>
                <a:spcPts val="0"/>
              </a:spcBef>
              <a:buNone/>
              <a:defRPr sz="1000">
                <a:solidFill>
                  <a:srgbClr val="8B8B8B"/>
                </a:solidFill>
                <a:latin typeface="Arial"/>
                <a:ea typeface="Arial"/>
                <a:cs typeface="Arial"/>
                <a:sym typeface="Arial"/>
              </a:defRPr>
            </a:lvl6pPr>
            <a:lvl7pPr indent="0" lvl="6" marL="0" algn="r">
              <a:spcBef>
                <a:spcPts val="0"/>
              </a:spcBef>
              <a:buNone/>
              <a:defRPr sz="1000">
                <a:solidFill>
                  <a:srgbClr val="8B8B8B"/>
                </a:solidFill>
                <a:latin typeface="Arial"/>
                <a:ea typeface="Arial"/>
                <a:cs typeface="Arial"/>
                <a:sym typeface="Arial"/>
              </a:defRPr>
            </a:lvl7pPr>
            <a:lvl8pPr indent="0" lvl="7" marL="0" algn="r">
              <a:spcBef>
                <a:spcPts val="0"/>
              </a:spcBef>
              <a:buNone/>
              <a:defRPr sz="1000">
                <a:solidFill>
                  <a:srgbClr val="8B8B8B"/>
                </a:solidFill>
                <a:latin typeface="Arial"/>
                <a:ea typeface="Arial"/>
                <a:cs typeface="Arial"/>
                <a:sym typeface="Arial"/>
              </a:defRPr>
            </a:lvl8pPr>
            <a:lvl9pPr indent="0" lvl="8" marL="0" algn="r">
              <a:spcBef>
                <a:spcPts val="0"/>
              </a:spcBef>
              <a:buNone/>
              <a:defRPr sz="1000">
                <a:solidFill>
                  <a:srgbClr val="8B8B8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2">
  <p:cSld name="Title2">
    <p:spTree>
      <p:nvGrpSpPr>
        <p:cNvPr id="120" name="Shape 120"/>
        <p:cNvGrpSpPr/>
        <p:nvPr/>
      </p:nvGrpSpPr>
      <p:grpSpPr>
        <a:xfrm>
          <a:off x="0" y="0"/>
          <a:ext cx="0" cy="0"/>
          <a:chOff x="0" y="0"/>
          <a:chExt cx="0" cy="0"/>
        </a:xfrm>
      </p:grpSpPr>
      <p:sp>
        <p:nvSpPr>
          <p:cNvPr id="121" name="Google Shape;121;p41"/>
          <p:cNvSpPr txBox="1"/>
          <p:nvPr>
            <p:ph idx="1" type="body"/>
          </p:nvPr>
        </p:nvSpPr>
        <p:spPr>
          <a:xfrm>
            <a:off x="482101" y="785813"/>
            <a:ext cx="10960100" cy="633413"/>
          </a:xfrm>
          <a:prstGeom prst="rect">
            <a:avLst/>
          </a:prstGeom>
          <a:noFill/>
          <a:ln>
            <a:noFill/>
          </a:ln>
        </p:spPr>
        <p:txBody>
          <a:bodyPr anchorCtr="0" anchor="t" bIns="45700" lIns="45700" spcFirstLastPara="1" rIns="45700" wrap="square" tIns="45700">
            <a:normAutofit/>
          </a:bodyPr>
          <a:lstStyle>
            <a:lvl1pPr indent="-419100" lvl="0" marL="457200" algn="l">
              <a:lnSpc>
                <a:spcPct val="100000"/>
              </a:lnSpc>
              <a:spcBef>
                <a:spcPts val="1000"/>
              </a:spcBef>
              <a:spcAft>
                <a:spcPts val="0"/>
              </a:spcAft>
              <a:buClr>
                <a:schemeClr val="dk1"/>
              </a:buClr>
              <a:buSzPts val="3000"/>
              <a:buChar char="•"/>
              <a:defRPr b="0" sz="3000" cap="none">
                <a:solidFill>
                  <a:schemeClr val="dk1"/>
                </a:solidFill>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838200" y="0"/>
            <a:ext cx="10515600" cy="1325563"/>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Arial"/>
              <a:buNone/>
              <a:defRPr b="1" i="0" sz="44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7"/>
          <p:cNvSpPr txBox="1"/>
          <p:nvPr>
            <p:ph idx="1" type="body"/>
          </p:nvPr>
        </p:nvSpPr>
        <p:spPr>
          <a:xfrm>
            <a:off x="838200" y="1799303"/>
            <a:ext cx="10515600" cy="437766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10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81000" lvl="1" marL="9144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B8B8B"/>
                </a:solidFill>
                <a:latin typeface="Arial"/>
                <a:ea typeface="Arial"/>
                <a:cs typeface="Arial"/>
                <a:sym typeface="Arial"/>
              </a:defRPr>
            </a:lvl1pPr>
            <a:lvl2pPr indent="0" lvl="1" marL="0" marR="0" rtl="0" algn="r">
              <a:spcBef>
                <a:spcPts val="0"/>
              </a:spcBef>
              <a:buNone/>
              <a:defRPr b="0" i="0" sz="1200" u="none" cap="none" strike="noStrike">
                <a:solidFill>
                  <a:srgbClr val="8B8B8B"/>
                </a:solidFill>
                <a:latin typeface="Arial"/>
                <a:ea typeface="Arial"/>
                <a:cs typeface="Arial"/>
                <a:sym typeface="Arial"/>
              </a:defRPr>
            </a:lvl2pPr>
            <a:lvl3pPr indent="0" lvl="2" marL="0" marR="0" rtl="0" algn="r">
              <a:spcBef>
                <a:spcPts val="0"/>
              </a:spcBef>
              <a:buNone/>
              <a:defRPr b="0" i="0" sz="1200" u="none" cap="none" strike="noStrike">
                <a:solidFill>
                  <a:srgbClr val="8B8B8B"/>
                </a:solidFill>
                <a:latin typeface="Arial"/>
                <a:ea typeface="Arial"/>
                <a:cs typeface="Arial"/>
                <a:sym typeface="Arial"/>
              </a:defRPr>
            </a:lvl3pPr>
            <a:lvl4pPr indent="0" lvl="3" marL="0" marR="0" rtl="0" algn="r">
              <a:spcBef>
                <a:spcPts val="0"/>
              </a:spcBef>
              <a:buNone/>
              <a:defRPr b="0" i="0" sz="1200" u="none" cap="none" strike="noStrike">
                <a:solidFill>
                  <a:srgbClr val="8B8B8B"/>
                </a:solidFill>
                <a:latin typeface="Arial"/>
                <a:ea typeface="Arial"/>
                <a:cs typeface="Arial"/>
                <a:sym typeface="Arial"/>
              </a:defRPr>
            </a:lvl4pPr>
            <a:lvl5pPr indent="0" lvl="4" marL="0" marR="0" rtl="0" algn="r">
              <a:spcBef>
                <a:spcPts val="0"/>
              </a:spcBef>
              <a:buNone/>
              <a:defRPr b="0" i="0" sz="1200" u="none" cap="none" strike="noStrike">
                <a:solidFill>
                  <a:srgbClr val="8B8B8B"/>
                </a:solidFill>
                <a:latin typeface="Arial"/>
                <a:ea typeface="Arial"/>
                <a:cs typeface="Arial"/>
                <a:sym typeface="Arial"/>
              </a:defRPr>
            </a:lvl5pPr>
            <a:lvl6pPr indent="0" lvl="5" marL="0" marR="0" rtl="0" algn="r">
              <a:spcBef>
                <a:spcPts val="0"/>
              </a:spcBef>
              <a:buNone/>
              <a:defRPr b="0" i="0" sz="1200" u="none" cap="none" strike="noStrike">
                <a:solidFill>
                  <a:srgbClr val="8B8B8B"/>
                </a:solidFill>
                <a:latin typeface="Arial"/>
                <a:ea typeface="Arial"/>
                <a:cs typeface="Arial"/>
                <a:sym typeface="Arial"/>
              </a:defRPr>
            </a:lvl6pPr>
            <a:lvl7pPr indent="0" lvl="6" marL="0" marR="0" rtl="0" algn="r">
              <a:spcBef>
                <a:spcPts val="0"/>
              </a:spcBef>
              <a:buNone/>
              <a:defRPr b="0" i="0" sz="1200" u="none" cap="none" strike="noStrike">
                <a:solidFill>
                  <a:srgbClr val="8B8B8B"/>
                </a:solidFill>
                <a:latin typeface="Arial"/>
                <a:ea typeface="Arial"/>
                <a:cs typeface="Arial"/>
                <a:sym typeface="Arial"/>
              </a:defRPr>
            </a:lvl7pPr>
            <a:lvl8pPr indent="0" lvl="7" marL="0" marR="0" rtl="0" algn="r">
              <a:spcBef>
                <a:spcPts val="0"/>
              </a:spcBef>
              <a:buNone/>
              <a:defRPr b="0" i="0" sz="1200" u="none" cap="none" strike="noStrike">
                <a:solidFill>
                  <a:srgbClr val="8B8B8B"/>
                </a:solidFill>
                <a:latin typeface="Arial"/>
                <a:ea typeface="Arial"/>
                <a:cs typeface="Arial"/>
                <a:sym typeface="Arial"/>
              </a:defRPr>
            </a:lvl8pPr>
            <a:lvl9pPr indent="0" lvl="8" marL="0" marR="0" rtl="0" algn="r">
              <a:spcBef>
                <a:spcPts val="0"/>
              </a:spcBef>
              <a:buNone/>
              <a:defRPr b="0" i="0" sz="1200" u="none" cap="none" strike="noStrike">
                <a:solidFill>
                  <a:srgbClr val="8B8B8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  |  George Mason University</a:t>
            </a:r>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4"/>
          <p:cNvSpPr txBox="1"/>
          <p:nvPr>
            <p:ph type="ctrTitle"/>
          </p:nvPr>
        </p:nvSpPr>
        <p:spPr>
          <a:xfrm>
            <a:off x="857874" y="2734419"/>
            <a:ext cx="5574600" cy="16854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2"/>
              </a:buClr>
              <a:buSzPts val="5000"/>
              <a:buFont typeface="Arial"/>
              <a:buNone/>
            </a:pPr>
            <a:r>
              <a:rPr lang="en-US" sz="3700"/>
              <a:t>Invisible CAPTCHA v3 Bot (Red Team)</a:t>
            </a:r>
            <a:endParaRPr sz="3700"/>
          </a:p>
          <a:p>
            <a:pPr indent="0" lvl="0" marL="0" rtl="0" algn="l">
              <a:lnSpc>
                <a:spcPct val="90000"/>
              </a:lnSpc>
              <a:spcBef>
                <a:spcPts val="0"/>
              </a:spcBef>
              <a:spcAft>
                <a:spcPts val="0"/>
              </a:spcAft>
              <a:buClr>
                <a:schemeClr val="dk2"/>
              </a:buClr>
              <a:buSzPts val="5000"/>
              <a:buFont typeface="Arial"/>
              <a:buNone/>
            </a:pPr>
            <a:r>
              <a:rPr lang="en-US" sz="3700"/>
              <a:t>George Mason University</a:t>
            </a:r>
            <a:endParaRPr sz="3700"/>
          </a:p>
        </p:txBody>
      </p:sp>
      <p:sp>
        <p:nvSpPr>
          <p:cNvPr id="128" name="Google Shape;128;p4"/>
          <p:cNvSpPr txBox="1"/>
          <p:nvPr>
            <p:ph idx="1" type="subTitle"/>
          </p:nvPr>
        </p:nvSpPr>
        <p:spPr>
          <a:xfrm>
            <a:off x="788999" y="4508395"/>
            <a:ext cx="5574600" cy="766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00909E"/>
              </a:buClr>
              <a:buSzPts val="2400"/>
              <a:buNone/>
            </a:pPr>
            <a:r>
              <a:rPr lang="en-US"/>
              <a:t>Group 24</a:t>
            </a:r>
            <a:endParaRPr/>
          </a:p>
        </p:txBody>
      </p:sp>
      <p:sp>
        <p:nvSpPr>
          <p:cNvPr id="129" name="Google Shape;129;p4"/>
          <p:cNvSpPr txBox="1"/>
          <p:nvPr>
            <p:ph idx="2" type="body"/>
          </p:nvPr>
        </p:nvSpPr>
        <p:spPr>
          <a:xfrm>
            <a:off x="442775" y="5522025"/>
            <a:ext cx="5322300" cy="902400"/>
          </a:xfrm>
          <a:prstGeom prst="rect">
            <a:avLst/>
          </a:prstGeom>
          <a:noFill/>
          <a:ln>
            <a:noFill/>
          </a:ln>
        </p:spPr>
        <p:txBody>
          <a:bodyPr anchorCtr="0" anchor="ctr" bIns="45700" lIns="91425" spcFirstLastPara="1" rIns="91425" wrap="square" tIns="45700">
            <a:normAutofit fontScale="85000"/>
          </a:bodyPr>
          <a:lstStyle/>
          <a:p>
            <a:pPr indent="0" lvl="0" marL="0" rtl="0" algn="l">
              <a:lnSpc>
                <a:spcPct val="100000"/>
              </a:lnSpc>
              <a:spcBef>
                <a:spcPts val="0"/>
              </a:spcBef>
              <a:spcAft>
                <a:spcPts val="0"/>
              </a:spcAft>
              <a:buClr>
                <a:schemeClr val="lt1"/>
              </a:buClr>
              <a:buSzPct val="100000"/>
              <a:buNone/>
            </a:pPr>
            <a:r>
              <a:rPr lang="en-US"/>
              <a:t>Anirudh, Bishesh, David, Diemmi, Hiten, Joseph</a:t>
            </a:r>
            <a:endParaRPr/>
          </a:p>
          <a:p>
            <a:pPr indent="0" lvl="0" marL="0" rtl="0" algn="l">
              <a:lnSpc>
                <a:spcPct val="100000"/>
              </a:lnSpc>
              <a:spcBef>
                <a:spcPts val="1000"/>
              </a:spcBef>
              <a:spcAft>
                <a:spcPts val="0"/>
              </a:spcAft>
              <a:buClr>
                <a:schemeClr val="lt1"/>
              </a:buClr>
              <a:buSzPct val="100000"/>
              <a:buNone/>
            </a:pPr>
            <a:r>
              <a:rPr lang="en-US"/>
              <a:t>10/3/2025</a:t>
            </a:r>
            <a:endParaRPr/>
          </a:p>
        </p:txBody>
      </p:sp>
      <p:sp>
        <p:nvSpPr>
          <p:cNvPr id="130" name="Google Shape;130;p4"/>
          <p:cNvSpPr/>
          <p:nvPr>
            <p:ph idx="3" type="pic"/>
          </p:nvPr>
        </p:nvSpPr>
        <p:spPr>
          <a:xfrm>
            <a:off x="6974959" y="0"/>
            <a:ext cx="5217042" cy="6857999"/>
          </a:xfrm>
          <a:prstGeom prst="rect">
            <a:avLst/>
          </a:prstGeom>
          <a:noFill/>
          <a:ln>
            <a:noFill/>
          </a:ln>
        </p:spPr>
      </p:sp>
      <p:sp>
        <p:nvSpPr>
          <p:cNvPr id="131" name="Google Shape;131;p4"/>
          <p:cNvSpPr txBox="1"/>
          <p:nvPr>
            <p:ph idx="4294967295" type="sldNum"/>
          </p:nvPr>
        </p:nvSpPr>
        <p:spPr>
          <a:xfrm>
            <a:off x="94488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r>
              <a:rPr lang="en-US"/>
              <a:t>  |  George Mason University</a:t>
            </a:r>
            <a:endParaRPr/>
          </a:p>
        </p:txBody>
      </p:sp>
      <p:sp>
        <p:nvSpPr>
          <p:cNvPr id="132" name="Google Shape;132;p4"/>
          <p:cNvSpPr/>
          <p:nvPr/>
        </p:nvSpPr>
        <p:spPr>
          <a:xfrm>
            <a:off x="7620000" y="986135"/>
            <a:ext cx="36576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600" u="none" cap="none" strike="noStrike">
                <a:solidFill>
                  <a:srgbClr val="00909E"/>
                </a:solidFill>
                <a:latin typeface="Arial"/>
                <a:ea typeface="Arial"/>
                <a:cs typeface="Arial"/>
                <a:sym typeface="Arial"/>
              </a:rPr>
              <a:t>Picture can be company logo or team name or a graphic related to your project</a:t>
            </a:r>
            <a:endParaRPr b="0" i="1" sz="1600" u="none" cap="none" strike="noStrike">
              <a:solidFill>
                <a:srgbClr val="00909E"/>
              </a:solidFill>
              <a:latin typeface="Arial"/>
              <a:ea typeface="Arial"/>
              <a:cs typeface="Arial"/>
              <a:sym typeface="Arial"/>
            </a:endParaRPr>
          </a:p>
        </p:txBody>
      </p:sp>
      <p:pic>
        <p:nvPicPr>
          <p:cNvPr id="133" name="Google Shape;133;p4"/>
          <p:cNvPicPr preferRelativeResize="0"/>
          <p:nvPr>
            <p:ph idx="3" type="pic"/>
          </p:nvPr>
        </p:nvPicPr>
        <p:blipFill rotWithShape="1">
          <a:blip r:embed="rId3">
            <a:alphaModFix/>
          </a:blip>
          <a:srcRect b="0" l="0" r="0" t="0"/>
          <a:stretch/>
        </p:blipFill>
        <p:spPr>
          <a:xfrm>
            <a:off x="6974959" y="0"/>
            <a:ext cx="5217042"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  |  George Mason University</a:t>
            </a:r>
            <a:endParaRPr/>
          </a:p>
        </p:txBody>
      </p:sp>
      <p:sp>
        <p:nvSpPr>
          <p:cNvPr id="139" name="Google Shape;139;p5"/>
          <p:cNvSpPr txBox="1"/>
          <p:nvPr>
            <p:ph type="title"/>
          </p:nvPr>
        </p:nvSpPr>
        <p:spPr>
          <a:xfrm>
            <a:off x="838200" y="1"/>
            <a:ext cx="4451430" cy="158573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Arial"/>
              <a:buNone/>
            </a:pPr>
            <a:r>
              <a:rPr lang="en-US"/>
              <a:t>Agenda</a:t>
            </a:r>
            <a:endParaRPr/>
          </a:p>
        </p:txBody>
      </p:sp>
      <p:sp>
        <p:nvSpPr>
          <p:cNvPr id="140" name="Google Shape;140;p5"/>
          <p:cNvSpPr txBox="1"/>
          <p:nvPr/>
        </p:nvSpPr>
        <p:spPr>
          <a:xfrm>
            <a:off x="763555" y="1792965"/>
            <a:ext cx="5244967" cy="4597401"/>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marR="0" rtl="0" algn="l">
              <a:lnSpc>
                <a:spcPct val="100000"/>
              </a:lnSpc>
              <a:spcBef>
                <a:spcPts val="0"/>
              </a:spcBef>
              <a:spcAft>
                <a:spcPts val="0"/>
              </a:spcAft>
              <a:buClr>
                <a:schemeClr val="dk1"/>
              </a:buClr>
              <a:buSzPct val="100000"/>
              <a:buFont typeface="Arial"/>
              <a:buChar char="•"/>
            </a:pPr>
            <a:r>
              <a:rPr b="0" i="0" lang="en-US" sz="2400" u="none" cap="none" strike="noStrike">
                <a:solidFill>
                  <a:schemeClr val="dk1"/>
                </a:solidFill>
                <a:latin typeface="Arial"/>
                <a:ea typeface="Arial"/>
                <a:cs typeface="Arial"/>
                <a:sym typeface="Arial"/>
              </a:rPr>
              <a:t>Problem Statement</a:t>
            </a:r>
            <a:endParaRPr/>
          </a:p>
          <a:p>
            <a:pPr indent="-228600" lvl="0" marL="228600" marR="0" rtl="0" algn="l">
              <a:lnSpc>
                <a:spcPct val="100000"/>
              </a:lnSpc>
              <a:spcBef>
                <a:spcPts val="1000"/>
              </a:spcBef>
              <a:spcAft>
                <a:spcPts val="0"/>
              </a:spcAft>
              <a:buClr>
                <a:schemeClr val="dk1"/>
              </a:buClr>
              <a:buSzPct val="100000"/>
              <a:buFont typeface="Arial"/>
              <a:buChar char="•"/>
            </a:pPr>
            <a:r>
              <a:rPr b="0" i="0" lang="en-US" sz="2400" u="none" cap="none" strike="noStrike">
                <a:solidFill>
                  <a:schemeClr val="dk1"/>
                </a:solidFill>
                <a:latin typeface="Arial"/>
                <a:ea typeface="Arial"/>
                <a:cs typeface="Arial"/>
                <a:sym typeface="Arial"/>
              </a:rPr>
              <a:t>Requirements and Design Constraints</a:t>
            </a:r>
            <a:endParaRPr/>
          </a:p>
          <a:p>
            <a:pPr indent="-228600" lvl="0" marL="228600" marR="0" rtl="0" algn="l">
              <a:lnSpc>
                <a:spcPct val="100000"/>
              </a:lnSpc>
              <a:spcBef>
                <a:spcPts val="1000"/>
              </a:spcBef>
              <a:spcAft>
                <a:spcPts val="0"/>
              </a:spcAft>
              <a:buClr>
                <a:schemeClr val="dk1"/>
              </a:buClr>
              <a:buSzPct val="100000"/>
              <a:buFont typeface="Arial"/>
              <a:buChar char="•"/>
            </a:pPr>
            <a:r>
              <a:rPr b="0" i="0" lang="en-US" sz="2400" u="none" cap="none" strike="noStrike">
                <a:solidFill>
                  <a:schemeClr val="dk1"/>
                </a:solidFill>
                <a:latin typeface="Arial"/>
                <a:ea typeface="Arial"/>
                <a:cs typeface="Arial"/>
                <a:sym typeface="Arial"/>
              </a:rPr>
              <a:t>Long-term Objectives</a:t>
            </a:r>
            <a:endParaRPr/>
          </a:p>
          <a:p>
            <a:pPr indent="-228600" lvl="0" marL="228600" marR="0" rtl="0" algn="l">
              <a:lnSpc>
                <a:spcPct val="100000"/>
              </a:lnSpc>
              <a:spcBef>
                <a:spcPts val="1000"/>
              </a:spcBef>
              <a:spcAft>
                <a:spcPts val="0"/>
              </a:spcAft>
              <a:buClr>
                <a:schemeClr val="dk1"/>
              </a:buClr>
              <a:buSzPct val="100000"/>
              <a:buFont typeface="Arial"/>
              <a:buChar char="•"/>
            </a:pPr>
            <a:r>
              <a:rPr b="0" i="0" lang="en-US" sz="2400" u="none" cap="none" strike="noStrike">
                <a:solidFill>
                  <a:schemeClr val="dk1"/>
                </a:solidFill>
                <a:latin typeface="Arial"/>
                <a:ea typeface="Arial"/>
                <a:cs typeface="Arial"/>
                <a:sym typeface="Arial"/>
              </a:rPr>
              <a:t>Technical Approach</a:t>
            </a:r>
            <a:endParaRPr/>
          </a:p>
          <a:p>
            <a:pPr indent="-228600" lvl="0" marL="228600" marR="0" rtl="0" algn="l">
              <a:lnSpc>
                <a:spcPct val="100000"/>
              </a:lnSpc>
              <a:spcBef>
                <a:spcPts val="1000"/>
              </a:spcBef>
              <a:spcAft>
                <a:spcPts val="0"/>
              </a:spcAft>
              <a:buClr>
                <a:schemeClr val="dk1"/>
              </a:buClr>
              <a:buSzPct val="100000"/>
              <a:buFont typeface="Arial"/>
              <a:buChar char="•"/>
            </a:pPr>
            <a:r>
              <a:rPr b="0" i="0" lang="en-US" sz="2400" u="none" cap="none" strike="noStrike">
                <a:solidFill>
                  <a:schemeClr val="dk1"/>
                </a:solidFill>
                <a:latin typeface="Arial"/>
                <a:ea typeface="Arial"/>
                <a:cs typeface="Arial"/>
                <a:sym typeface="Arial"/>
              </a:rPr>
              <a:t>Barriers and Risks</a:t>
            </a:r>
            <a:endParaRPr/>
          </a:p>
          <a:p>
            <a:pPr indent="-228600" lvl="0" marL="228600" marR="0" rtl="0" algn="l">
              <a:lnSpc>
                <a:spcPct val="100000"/>
              </a:lnSpc>
              <a:spcBef>
                <a:spcPts val="1000"/>
              </a:spcBef>
              <a:spcAft>
                <a:spcPts val="0"/>
              </a:spcAft>
              <a:buClr>
                <a:schemeClr val="dk1"/>
              </a:buClr>
              <a:buSzPct val="100000"/>
              <a:buFont typeface="Arial"/>
              <a:buChar char="•"/>
            </a:pPr>
            <a:r>
              <a:rPr b="0" i="0" lang="en-US" sz="2400" u="none" cap="none" strike="noStrike">
                <a:solidFill>
                  <a:schemeClr val="dk1"/>
                </a:solidFill>
                <a:latin typeface="Arial"/>
                <a:ea typeface="Arial"/>
                <a:cs typeface="Arial"/>
                <a:sym typeface="Arial"/>
              </a:rPr>
              <a:t>Outcomes</a:t>
            </a:r>
            <a:endParaRPr/>
          </a:p>
          <a:p>
            <a:pPr indent="-228600" lvl="0" marL="228600" marR="0" rtl="0" algn="l">
              <a:lnSpc>
                <a:spcPct val="100000"/>
              </a:lnSpc>
              <a:spcBef>
                <a:spcPts val="1000"/>
              </a:spcBef>
              <a:spcAft>
                <a:spcPts val="0"/>
              </a:spcAft>
              <a:buClr>
                <a:schemeClr val="dk1"/>
              </a:buClr>
              <a:buSzPct val="100000"/>
              <a:buFont typeface="Arial"/>
              <a:buChar char="•"/>
            </a:pPr>
            <a:r>
              <a:rPr b="0" i="0" lang="en-US" sz="2400" u="none" cap="none" strike="noStrike">
                <a:solidFill>
                  <a:schemeClr val="dk1"/>
                </a:solidFill>
                <a:latin typeface="Arial"/>
                <a:ea typeface="Arial"/>
                <a:cs typeface="Arial"/>
                <a:sym typeface="Arial"/>
              </a:rPr>
              <a:t>Resources Needed</a:t>
            </a:r>
            <a:endParaRPr/>
          </a:p>
          <a:p>
            <a:pPr indent="-228600" lvl="0" marL="228600" marR="0" rtl="0" algn="l">
              <a:lnSpc>
                <a:spcPct val="100000"/>
              </a:lnSpc>
              <a:spcBef>
                <a:spcPts val="1000"/>
              </a:spcBef>
              <a:spcAft>
                <a:spcPts val="0"/>
              </a:spcAft>
              <a:buClr>
                <a:schemeClr val="dk1"/>
              </a:buClr>
              <a:buSzPct val="100000"/>
              <a:buFont typeface="Arial"/>
              <a:buChar char="•"/>
            </a:pPr>
            <a:r>
              <a:rPr b="0" i="0" lang="en-US" sz="2400" u="none" cap="none" strike="noStrike">
                <a:solidFill>
                  <a:schemeClr val="dk1"/>
                </a:solidFill>
                <a:latin typeface="Arial"/>
                <a:ea typeface="Arial"/>
                <a:cs typeface="Arial"/>
                <a:sym typeface="Arial"/>
              </a:rPr>
              <a:t>Mid-Term Objectives – Schedule, Deliverables, Milestones</a:t>
            </a:r>
            <a:endParaRPr/>
          </a:p>
          <a:p>
            <a:pPr indent="-228600" lvl="0" marL="228600" marR="0" rtl="0" algn="l">
              <a:lnSpc>
                <a:spcPct val="100000"/>
              </a:lnSpc>
              <a:spcBef>
                <a:spcPts val="1000"/>
              </a:spcBef>
              <a:spcAft>
                <a:spcPts val="0"/>
              </a:spcAft>
              <a:buClr>
                <a:schemeClr val="dk1"/>
              </a:buClr>
              <a:buSzPct val="100000"/>
              <a:buFont typeface="Arial"/>
              <a:buChar char="•"/>
            </a:pPr>
            <a:r>
              <a:rPr b="0" i="0" lang="en-US" sz="2400" u="none" cap="none" strike="noStrike">
                <a:solidFill>
                  <a:schemeClr val="dk1"/>
                </a:solidFill>
                <a:latin typeface="Arial"/>
                <a:ea typeface="Arial"/>
                <a:cs typeface="Arial"/>
                <a:sym typeface="Arial"/>
              </a:rPr>
              <a:t>Roles &amp; Responsibilities</a:t>
            </a:r>
            <a:endParaRPr/>
          </a:p>
          <a:p>
            <a:pPr indent="-228600" lvl="0" marL="228600" marR="0" rtl="0" algn="l">
              <a:lnSpc>
                <a:spcPct val="100000"/>
              </a:lnSpc>
              <a:spcBef>
                <a:spcPts val="1000"/>
              </a:spcBef>
              <a:spcAft>
                <a:spcPts val="0"/>
              </a:spcAft>
              <a:buClr>
                <a:schemeClr val="dk1"/>
              </a:buClr>
              <a:buSzPct val="100000"/>
              <a:buFont typeface="Arial"/>
              <a:buChar char="•"/>
            </a:pPr>
            <a:r>
              <a:rPr b="0" i="0" lang="en-US" sz="2400" u="none" cap="none" strike="noStrike">
                <a:solidFill>
                  <a:schemeClr val="dk1"/>
                </a:solidFill>
                <a:latin typeface="Arial"/>
                <a:ea typeface="Arial"/>
                <a:cs typeface="Arial"/>
                <a:sym typeface="Arial"/>
              </a:rPr>
              <a:t>Questions</a:t>
            </a:r>
            <a:endParaRPr/>
          </a:p>
          <a:p>
            <a:pPr indent="-228600" lvl="0" marL="228600" marR="0" rtl="0" algn="l">
              <a:lnSpc>
                <a:spcPct val="100000"/>
              </a:lnSpc>
              <a:spcBef>
                <a:spcPts val="1000"/>
              </a:spcBef>
              <a:spcAft>
                <a:spcPts val="0"/>
              </a:spcAft>
              <a:buClr>
                <a:schemeClr val="dk1"/>
              </a:buClr>
              <a:buSzPct val="100000"/>
              <a:buFont typeface="Arial"/>
              <a:buChar char="•"/>
            </a:pPr>
            <a:r>
              <a:rPr b="0" i="0" lang="en-US" sz="2400" u="none" cap="none" strike="noStrike">
                <a:solidFill>
                  <a:schemeClr val="dk1"/>
                </a:solidFill>
                <a:latin typeface="Arial"/>
                <a:ea typeface="Arial"/>
                <a:cs typeface="Arial"/>
                <a:sym typeface="Arial"/>
              </a:rPr>
              <a:t>Discussion with Sponsors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88bf2b7d7f_5_1"/>
          <p:cNvSpPr txBox="1"/>
          <p:nvPr>
            <p:ph type="title"/>
          </p:nvPr>
        </p:nvSpPr>
        <p:spPr>
          <a:xfrm>
            <a:off x="1513342" y="-239748"/>
            <a:ext cx="93993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Arial"/>
              <a:buNone/>
            </a:pPr>
            <a:r>
              <a:rPr lang="en-US"/>
              <a:t>Problem Statement</a:t>
            </a:r>
            <a:endParaRPr/>
          </a:p>
        </p:txBody>
      </p:sp>
      <p:sp>
        <p:nvSpPr>
          <p:cNvPr id="146" name="Google Shape;146;g388bf2b7d7f_5_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  |  George Mason University</a:t>
            </a:r>
            <a:endParaRPr/>
          </a:p>
        </p:txBody>
      </p:sp>
      <p:sp>
        <p:nvSpPr>
          <p:cNvPr id="147" name="Google Shape;147;g388bf2b7d7f_5_1"/>
          <p:cNvSpPr txBox="1"/>
          <p:nvPr>
            <p:ph idx="1" type="body"/>
          </p:nvPr>
        </p:nvSpPr>
        <p:spPr>
          <a:xfrm>
            <a:off x="1513342" y="1385887"/>
            <a:ext cx="10280700" cy="4557600"/>
          </a:xfrm>
          <a:prstGeom prst="rect">
            <a:avLst/>
          </a:prstGeom>
          <a:noFill/>
          <a:ln>
            <a:noFill/>
          </a:ln>
        </p:spPr>
        <p:txBody>
          <a:bodyPr anchorCtr="0" anchor="t" bIns="45700" lIns="91425" spcFirstLastPara="1" rIns="91425" wrap="square" tIns="45700">
            <a:normAutofit fontScale="92500" lnSpcReduction="10000"/>
          </a:bodyPr>
          <a:lstStyle/>
          <a:p>
            <a:pPr indent="0" lvl="0" marL="0" marR="0" rtl="0" algn="l">
              <a:lnSpc>
                <a:spcPct val="100000"/>
              </a:lnSpc>
              <a:spcBef>
                <a:spcPts val="1000"/>
              </a:spcBef>
              <a:spcAft>
                <a:spcPts val="0"/>
              </a:spcAft>
              <a:buClr>
                <a:schemeClr val="dk1"/>
              </a:buClr>
              <a:buSzPct val="100000"/>
              <a:buFont typeface="Arial"/>
              <a:buNone/>
            </a:pPr>
            <a:r>
              <a:rPr b="1" i="0" lang="en-US" sz="2400" u="none" cap="none" strike="noStrike">
                <a:solidFill>
                  <a:schemeClr val="accent4"/>
                </a:solidFill>
                <a:latin typeface="Arial"/>
                <a:ea typeface="Arial"/>
                <a:cs typeface="Arial"/>
                <a:sym typeface="Arial"/>
              </a:rPr>
              <a:t>The Problem</a:t>
            </a:r>
            <a:endParaRPr b="1" i="0" sz="2400" u="none" cap="none" strike="noStrike">
              <a:solidFill>
                <a:schemeClr val="accent4"/>
              </a:solidFill>
              <a:latin typeface="Arial"/>
              <a:ea typeface="Arial"/>
              <a:cs typeface="Arial"/>
              <a:sym typeface="Arial"/>
            </a:endParaRPr>
          </a:p>
          <a:p>
            <a:pPr indent="-331470" lvl="0" marL="342900" rtl="0" algn="l">
              <a:spcBef>
                <a:spcPts val="1000"/>
              </a:spcBef>
              <a:spcAft>
                <a:spcPts val="0"/>
              </a:spcAft>
              <a:buSzPct val="100000"/>
              <a:buChar char="•"/>
            </a:pPr>
            <a:r>
              <a:rPr lang="en-US"/>
              <a:t>Web defense against bots is an ongoing battle. With the rise of AI, attackers can implement more advanced methods to bypass reCAPTCHA v3 implementations</a:t>
            </a:r>
            <a:endParaRPr/>
          </a:p>
          <a:p>
            <a:pPr indent="0" lvl="0" marL="0" marR="0" rtl="0" algn="l">
              <a:lnSpc>
                <a:spcPct val="100000"/>
              </a:lnSpc>
              <a:spcBef>
                <a:spcPts val="1000"/>
              </a:spcBef>
              <a:spcAft>
                <a:spcPts val="0"/>
              </a:spcAft>
              <a:buClr>
                <a:schemeClr val="dk1"/>
              </a:buClr>
              <a:buSzPct val="100000"/>
              <a:buFont typeface="Arial"/>
              <a:buNone/>
            </a:pPr>
            <a:r>
              <a:rPr b="1" i="0" lang="en-US" sz="2400" u="none" cap="none" strike="noStrike">
                <a:solidFill>
                  <a:schemeClr val="accent1"/>
                </a:solidFill>
                <a:latin typeface="Arial"/>
                <a:ea typeface="Arial"/>
                <a:cs typeface="Arial"/>
                <a:sym typeface="Arial"/>
              </a:rPr>
              <a:t>Impact</a:t>
            </a:r>
            <a:endParaRPr b="1" i="0" sz="2400" u="none" cap="none" strike="noStrike">
              <a:solidFill>
                <a:schemeClr val="accent1"/>
              </a:solidFill>
              <a:latin typeface="Arial"/>
              <a:ea typeface="Arial"/>
              <a:cs typeface="Arial"/>
              <a:sym typeface="Arial"/>
            </a:endParaRPr>
          </a:p>
          <a:p>
            <a:pPr indent="-369570" lvl="0" marL="457200" rtl="0" algn="l">
              <a:spcBef>
                <a:spcPts val="1000"/>
              </a:spcBef>
              <a:spcAft>
                <a:spcPts val="0"/>
              </a:spcAft>
              <a:buSzPct val="100000"/>
              <a:buChar char="●"/>
            </a:pPr>
            <a:r>
              <a:rPr lang="en-US"/>
              <a:t>Without sufficient anti-bot CAPTCHA implementations, web devs will experience stronger botting attacks and activities, decreasing desired website outcomes and experiences</a:t>
            </a:r>
            <a:endParaRPr/>
          </a:p>
          <a:p>
            <a:pPr indent="0" lvl="0" marL="0" marR="0" rtl="0" algn="l">
              <a:lnSpc>
                <a:spcPct val="100000"/>
              </a:lnSpc>
              <a:spcBef>
                <a:spcPts val="1000"/>
              </a:spcBef>
              <a:spcAft>
                <a:spcPts val="0"/>
              </a:spcAft>
              <a:buClr>
                <a:schemeClr val="dk1"/>
              </a:buClr>
              <a:buSzPct val="100000"/>
              <a:buFont typeface="Arial"/>
              <a:buNone/>
            </a:pPr>
            <a:r>
              <a:rPr b="1" i="0" lang="en-US" sz="2400" u="none" cap="none" strike="noStrike">
                <a:solidFill>
                  <a:schemeClr val="dk2"/>
                </a:solidFill>
                <a:latin typeface="Arial"/>
                <a:ea typeface="Arial"/>
                <a:cs typeface="Arial"/>
                <a:sym typeface="Arial"/>
              </a:rPr>
              <a:t>Importance to the Sponsor</a:t>
            </a:r>
            <a:endParaRPr b="1" i="0" sz="2400" u="none" cap="none" strike="noStrike">
              <a:solidFill>
                <a:schemeClr val="dk2"/>
              </a:solidFill>
              <a:latin typeface="Arial"/>
              <a:ea typeface="Arial"/>
              <a:cs typeface="Arial"/>
              <a:sym typeface="Arial"/>
            </a:endParaRPr>
          </a:p>
          <a:p>
            <a:pPr indent="-369570" lvl="0" marL="457200" marR="0" rtl="0" algn="l">
              <a:lnSpc>
                <a:spcPct val="100000"/>
              </a:lnSpc>
              <a:spcBef>
                <a:spcPts val="1000"/>
              </a:spcBef>
              <a:spcAft>
                <a:spcPts val="0"/>
              </a:spcAft>
              <a:buSzPct val="100000"/>
              <a:buChar char="●"/>
            </a:pPr>
            <a:r>
              <a:rPr lang="en-US"/>
              <a:t>This project expands current knowledge on CAPTCHA vulnerabilities and can be used to research countermeasures against potential exploitations</a:t>
            </a:r>
            <a:endParaRPr/>
          </a:p>
          <a:p>
            <a:pPr indent="0" lvl="0" marL="0" marR="0" rtl="0" algn="l">
              <a:lnSpc>
                <a:spcPct val="100000"/>
              </a:lnSpc>
              <a:spcBef>
                <a:spcPts val="1000"/>
              </a:spcBef>
              <a:spcAft>
                <a:spcPts val="0"/>
              </a:spcAft>
              <a:buClr>
                <a:schemeClr val="dk1"/>
              </a:buClr>
              <a:buSzPct val="1000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88bf2b7d7f_10_15"/>
          <p:cNvSpPr txBox="1"/>
          <p:nvPr>
            <p:ph type="title"/>
          </p:nvPr>
        </p:nvSpPr>
        <p:spPr>
          <a:xfrm>
            <a:off x="2143246" y="152400"/>
            <a:ext cx="93630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Arial"/>
              <a:buNone/>
            </a:pPr>
            <a:r>
              <a:rPr lang="en-US"/>
              <a:t>Requirement and Constraint Examples</a:t>
            </a:r>
            <a:endParaRPr/>
          </a:p>
        </p:txBody>
      </p:sp>
      <p:sp>
        <p:nvSpPr>
          <p:cNvPr id="153" name="Google Shape;153;g388bf2b7d7f_10_15"/>
          <p:cNvSpPr txBox="1"/>
          <p:nvPr>
            <p:ph idx="1" type="body"/>
          </p:nvPr>
        </p:nvSpPr>
        <p:spPr>
          <a:xfrm>
            <a:off x="2106879" y="1634691"/>
            <a:ext cx="4839900" cy="47838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00000"/>
              </a:lnSpc>
              <a:spcBef>
                <a:spcPts val="0"/>
              </a:spcBef>
              <a:spcAft>
                <a:spcPts val="0"/>
              </a:spcAft>
              <a:buClr>
                <a:schemeClr val="dk1"/>
              </a:buClr>
              <a:buSzPts val="1800"/>
              <a:buNone/>
            </a:pPr>
            <a:r>
              <a:rPr b="1" lang="en-US" sz="1800" u="sng"/>
              <a:t>Requirements</a:t>
            </a:r>
            <a:endParaRPr/>
          </a:p>
          <a:p>
            <a:pPr indent="-457200" lvl="0" marL="457200" rtl="0" algn="l">
              <a:lnSpc>
                <a:spcPct val="100000"/>
              </a:lnSpc>
              <a:spcBef>
                <a:spcPts val="1000"/>
              </a:spcBef>
              <a:spcAft>
                <a:spcPts val="0"/>
              </a:spcAft>
              <a:buClr>
                <a:schemeClr val="dk1"/>
              </a:buClr>
              <a:buSzPts val="1800"/>
              <a:buFont typeface="Arial"/>
              <a:buChar char="•"/>
            </a:pPr>
            <a:r>
              <a:rPr lang="en-US"/>
              <a:t>Software: Use Python as a backend and open a headless browser for web scraping(i.e. Selenium)</a:t>
            </a:r>
            <a:endParaRPr/>
          </a:p>
          <a:p>
            <a:pPr indent="-495300" lvl="0" marL="457200" rtl="0" algn="l">
              <a:lnSpc>
                <a:spcPct val="100000"/>
              </a:lnSpc>
              <a:spcBef>
                <a:spcPts val="1000"/>
              </a:spcBef>
              <a:spcAft>
                <a:spcPts val="0"/>
              </a:spcAft>
              <a:buSzPts val="2400"/>
              <a:buChar char="•"/>
            </a:pPr>
            <a:r>
              <a:rPr lang="en-US"/>
              <a:t>Program: Testing with two autonomous versions. First version is headless with no mouse movements and keyboard inputs. Second version shown the GUI with humanized mouse movements and keyboard inputs controlled by an AI model.</a:t>
            </a:r>
            <a:endParaRPr/>
          </a:p>
        </p:txBody>
      </p:sp>
      <p:sp>
        <p:nvSpPr>
          <p:cNvPr id="154" name="Google Shape;154;g388bf2b7d7f_10_15"/>
          <p:cNvSpPr txBox="1"/>
          <p:nvPr>
            <p:ph idx="4294967295" type="body"/>
          </p:nvPr>
        </p:nvSpPr>
        <p:spPr>
          <a:xfrm>
            <a:off x="7157067" y="1601479"/>
            <a:ext cx="4839900" cy="4783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b="1" lang="en-US" sz="1800" u="sng"/>
              <a:t>Design Constraints</a:t>
            </a:r>
            <a:endParaRPr/>
          </a:p>
          <a:p>
            <a:pPr indent="-457200" lvl="0" marL="457200" rtl="0" algn="l">
              <a:lnSpc>
                <a:spcPct val="100000"/>
              </a:lnSpc>
              <a:spcBef>
                <a:spcPts val="1000"/>
              </a:spcBef>
              <a:spcAft>
                <a:spcPts val="0"/>
              </a:spcAft>
              <a:buClr>
                <a:schemeClr val="dk1"/>
              </a:buClr>
              <a:buSzPts val="1800"/>
              <a:buFont typeface="Arial"/>
              <a:buChar char="•"/>
            </a:pPr>
            <a:r>
              <a:rPr lang="en-US"/>
              <a:t>Cannot violate TOS for browsers that we use (?)</a:t>
            </a:r>
            <a:endParaRPr/>
          </a:p>
          <a:p>
            <a:pPr indent="-495300" lvl="0" marL="457200" rtl="0" algn="l">
              <a:lnSpc>
                <a:spcPct val="100000"/>
              </a:lnSpc>
              <a:spcBef>
                <a:spcPts val="1000"/>
              </a:spcBef>
              <a:spcAft>
                <a:spcPts val="0"/>
              </a:spcAft>
              <a:buSzPts val="2400"/>
              <a:buChar char="•"/>
            </a:pPr>
            <a:r>
              <a:rPr lang="en-US"/>
              <a:t>Only one bot can run at a time (no DDoS attacks)</a:t>
            </a:r>
            <a:endParaRPr/>
          </a:p>
          <a:p>
            <a:pPr indent="-495300" lvl="0" marL="457200" rtl="0" algn="l">
              <a:lnSpc>
                <a:spcPct val="100000"/>
              </a:lnSpc>
              <a:spcBef>
                <a:spcPts val="1000"/>
              </a:spcBef>
              <a:spcAft>
                <a:spcPts val="0"/>
              </a:spcAft>
              <a:buSzPts val="2400"/>
              <a:buChar char="•"/>
            </a:pPr>
            <a:r>
              <a:rPr lang="en-US"/>
              <a:t>Cannot use CAPTCHA farms</a:t>
            </a:r>
            <a:endParaRPr/>
          </a:p>
          <a:p>
            <a:pPr indent="-342900" lvl="0" marL="457200" rtl="0" algn="l">
              <a:lnSpc>
                <a:spcPct val="100000"/>
              </a:lnSpc>
              <a:spcBef>
                <a:spcPts val="1000"/>
              </a:spcBef>
              <a:spcAft>
                <a:spcPts val="0"/>
              </a:spcAft>
              <a:buClr>
                <a:schemeClr val="dk1"/>
              </a:buClr>
              <a:buSzPts val="1800"/>
              <a:buFont typeface="Arial"/>
              <a:buNone/>
            </a:pPr>
            <a:r>
              <a:t/>
            </a:r>
            <a:endParaRPr sz="1800"/>
          </a:p>
        </p:txBody>
      </p:sp>
      <p:sp>
        <p:nvSpPr>
          <p:cNvPr id="155" name="Google Shape;155;g388bf2b7d7f_10_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3  |  George Mason University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88bf2b7d7f_2_0"/>
          <p:cNvSpPr txBox="1"/>
          <p:nvPr>
            <p:ph type="title"/>
          </p:nvPr>
        </p:nvSpPr>
        <p:spPr>
          <a:xfrm>
            <a:off x="1954480" y="0"/>
            <a:ext cx="93993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Long Term Objectives</a:t>
            </a:r>
            <a:endParaRPr/>
          </a:p>
        </p:txBody>
      </p:sp>
      <p:sp>
        <p:nvSpPr>
          <p:cNvPr id="162" name="Google Shape;162;g388bf2b7d7f_2_0"/>
          <p:cNvSpPr txBox="1"/>
          <p:nvPr>
            <p:ph idx="1" type="body"/>
          </p:nvPr>
        </p:nvSpPr>
        <p:spPr>
          <a:xfrm>
            <a:off x="1954475" y="1731400"/>
            <a:ext cx="9570300" cy="3480600"/>
          </a:xfrm>
          <a:prstGeom prst="rect">
            <a:avLst/>
          </a:prstGeom>
        </p:spPr>
        <p:txBody>
          <a:bodyPr anchorCtr="0" anchor="t" bIns="45700" lIns="91425" spcFirstLastPara="1" rIns="91425" wrap="square" tIns="45700">
            <a:normAutofit fontScale="85000" lnSpcReduction="20000"/>
          </a:bodyPr>
          <a:lstStyle/>
          <a:p>
            <a:pPr indent="-363537" lvl="0" marL="457200" rtl="0" algn="l">
              <a:spcBef>
                <a:spcPts val="1000"/>
              </a:spcBef>
              <a:spcAft>
                <a:spcPts val="0"/>
              </a:spcAft>
              <a:buSzPct val="100000"/>
              <a:buAutoNum type="arabicPeriod"/>
            </a:pPr>
            <a:r>
              <a:rPr lang="en-US" sz="2500"/>
              <a:t>Successfully implement a CAPTCHA bot that can bypass (Invisible) reCAPTCHAv3 services without prompting v2 on Blue Team website by March 2026</a:t>
            </a:r>
            <a:endParaRPr sz="2500"/>
          </a:p>
          <a:p>
            <a:pPr indent="0" lvl="0" marL="0" rtl="0" algn="l">
              <a:spcBef>
                <a:spcPts val="1000"/>
              </a:spcBef>
              <a:spcAft>
                <a:spcPts val="0"/>
              </a:spcAft>
              <a:buNone/>
            </a:pPr>
            <a:r>
              <a:t/>
            </a:r>
            <a:endParaRPr sz="2500"/>
          </a:p>
          <a:p>
            <a:pPr indent="-363537" lvl="0" marL="457200" rtl="0" algn="l">
              <a:spcBef>
                <a:spcPts val="1000"/>
              </a:spcBef>
              <a:spcAft>
                <a:spcPts val="0"/>
              </a:spcAft>
              <a:buSzPct val="100000"/>
              <a:buAutoNum type="arabicPeriod"/>
            </a:pPr>
            <a:r>
              <a:rPr lang="en-US" sz="2500"/>
              <a:t>Successfully implement a CAPTCHA bot that can bypass reCAPTCHAv3 services across multiple vendors</a:t>
            </a:r>
            <a:endParaRPr sz="2500"/>
          </a:p>
          <a:p>
            <a:pPr indent="0" lvl="0" marL="457200" rtl="0" algn="l">
              <a:spcBef>
                <a:spcPts val="1000"/>
              </a:spcBef>
              <a:spcAft>
                <a:spcPts val="0"/>
              </a:spcAft>
              <a:buNone/>
            </a:pPr>
            <a:r>
              <a:t/>
            </a:r>
            <a:endParaRPr sz="2500"/>
          </a:p>
          <a:p>
            <a:pPr indent="-363537" lvl="0" marL="457200" rtl="0" algn="l">
              <a:spcBef>
                <a:spcPts val="1000"/>
              </a:spcBef>
              <a:spcAft>
                <a:spcPts val="0"/>
              </a:spcAft>
              <a:buSzPct val="100000"/>
              <a:buAutoNum type="arabicPeriod"/>
            </a:pPr>
            <a:r>
              <a:rPr lang="en-US" sz="2500"/>
              <a:t>Successfully </a:t>
            </a:r>
            <a:r>
              <a:rPr lang="en-US" sz="2500"/>
              <a:t>implement a CAPTCHA bot that can bypass reCAPTCHAv3 services on majority of public websites</a:t>
            </a:r>
            <a:endParaRPr sz="2500"/>
          </a:p>
          <a:p>
            <a:pPr indent="0" lvl="0" marL="0" rtl="0" algn="l">
              <a:spcBef>
                <a:spcPts val="1000"/>
              </a:spcBef>
              <a:spcAft>
                <a:spcPts val="0"/>
              </a:spcAft>
              <a:buNone/>
            </a:pPr>
            <a:r>
              <a:t/>
            </a:r>
            <a:endParaRPr/>
          </a:p>
        </p:txBody>
      </p:sp>
      <p:sp>
        <p:nvSpPr>
          <p:cNvPr id="163" name="Google Shape;163;g388bf2b7d7f_2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r>
              <a:rPr lang="en-US"/>
              <a:t>  |  George Mason University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2"/>
          <p:cNvSpPr txBox="1"/>
          <p:nvPr>
            <p:ph type="title"/>
          </p:nvPr>
        </p:nvSpPr>
        <p:spPr>
          <a:xfrm>
            <a:off x="1954480" y="0"/>
            <a:ext cx="9399320" cy="132556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Arial"/>
              <a:buNone/>
            </a:pPr>
            <a:r>
              <a:rPr lang="en-US"/>
              <a:t>Long Term Objectives</a:t>
            </a:r>
            <a:endParaRPr/>
          </a:p>
        </p:txBody>
      </p:sp>
      <p:sp>
        <p:nvSpPr>
          <p:cNvPr id="169" name="Google Shape;16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5  |  George Mason University</a:t>
            </a:r>
            <a:endParaRPr/>
          </a:p>
        </p:txBody>
      </p:sp>
      <p:sp>
        <p:nvSpPr>
          <p:cNvPr id="170" name="Google Shape;170;p12"/>
          <p:cNvSpPr txBox="1"/>
          <p:nvPr>
            <p:ph idx="2" type="body"/>
          </p:nvPr>
        </p:nvSpPr>
        <p:spPr>
          <a:xfrm>
            <a:off x="1954479" y="1416844"/>
            <a:ext cx="9399320" cy="62071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accent2"/>
              </a:buClr>
              <a:buSzPts val="2400"/>
              <a:buNone/>
            </a:pPr>
            <a:r>
              <a:rPr lang="en-US"/>
              <a:t>Supporting Graphics</a:t>
            </a:r>
            <a:endParaRPr/>
          </a:p>
        </p:txBody>
      </p:sp>
      <p:pic>
        <p:nvPicPr>
          <p:cNvPr id="171" name="Google Shape;171;p12"/>
          <p:cNvPicPr preferRelativeResize="0"/>
          <p:nvPr/>
        </p:nvPicPr>
        <p:blipFill>
          <a:blip r:embed="rId3">
            <a:alphaModFix/>
          </a:blip>
          <a:stretch>
            <a:fillRect/>
          </a:stretch>
        </p:blipFill>
        <p:spPr>
          <a:xfrm>
            <a:off x="4727650" y="1915588"/>
            <a:ext cx="4292926" cy="4324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88bf2b7d7f_10_29"/>
          <p:cNvSpPr txBox="1"/>
          <p:nvPr>
            <p:ph type="title"/>
          </p:nvPr>
        </p:nvSpPr>
        <p:spPr>
          <a:xfrm>
            <a:off x="1990846" y="0"/>
            <a:ext cx="93630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Technical Approach</a:t>
            </a:r>
            <a:endParaRPr/>
          </a:p>
        </p:txBody>
      </p:sp>
      <p:sp>
        <p:nvSpPr>
          <p:cNvPr id="177" name="Google Shape;177;g388bf2b7d7f_10_29"/>
          <p:cNvSpPr txBox="1"/>
          <p:nvPr>
            <p:ph idx="1" type="body"/>
          </p:nvPr>
        </p:nvSpPr>
        <p:spPr>
          <a:xfrm>
            <a:off x="1954475" y="2656096"/>
            <a:ext cx="4141500" cy="3476700"/>
          </a:xfrm>
          <a:prstGeom prst="rect">
            <a:avLst/>
          </a:prstGeom>
        </p:spPr>
        <p:txBody>
          <a:bodyPr anchorCtr="0" anchor="t" bIns="45700" lIns="91425" spcFirstLastPara="1" rIns="91425" wrap="square" tIns="45700">
            <a:normAutofit lnSpcReduction="10000"/>
          </a:bodyPr>
          <a:lstStyle/>
          <a:p>
            <a:pPr indent="-228600" lvl="0" marL="457200" rtl="0" algn="l">
              <a:spcBef>
                <a:spcPts val="1000"/>
              </a:spcBef>
              <a:spcAft>
                <a:spcPts val="0"/>
              </a:spcAft>
              <a:buSzPts val="2400"/>
              <a:buNone/>
            </a:pPr>
            <a:r>
              <a:rPr lang="en-US"/>
              <a:t>Research CAPTCHA v3 methods including ways they detect and flag anomalous behavior</a:t>
            </a:r>
            <a:endParaRPr/>
          </a:p>
          <a:p>
            <a:pPr indent="-228600" lvl="0" marL="457200" rtl="0" algn="l">
              <a:spcBef>
                <a:spcPts val="0"/>
              </a:spcBef>
              <a:spcAft>
                <a:spcPts val="0"/>
              </a:spcAft>
              <a:buSzPts val="2400"/>
              <a:buNone/>
            </a:pPr>
            <a:r>
              <a:rPr lang="en-US"/>
              <a:t>Program the bot using python libraries that allow autonomous scraping with AI model(s) for mouse movement and keyboard input</a:t>
            </a:r>
            <a:endParaRPr/>
          </a:p>
        </p:txBody>
      </p:sp>
      <p:sp>
        <p:nvSpPr>
          <p:cNvPr id="178" name="Google Shape;178;g388bf2b7d7f_10_2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6  |  George Mason University</a:t>
            </a:r>
            <a:endParaRPr/>
          </a:p>
        </p:txBody>
      </p:sp>
      <p:sp>
        <p:nvSpPr>
          <p:cNvPr id="179" name="Google Shape;179;g388bf2b7d7f_10_29"/>
          <p:cNvSpPr txBox="1"/>
          <p:nvPr>
            <p:ph idx="2" type="body"/>
          </p:nvPr>
        </p:nvSpPr>
        <p:spPr>
          <a:xfrm>
            <a:off x="1954479" y="1865822"/>
            <a:ext cx="4141500" cy="620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Phase 1: “Robosynthesis”</a:t>
            </a:r>
            <a:endParaRPr/>
          </a:p>
        </p:txBody>
      </p:sp>
      <p:sp>
        <p:nvSpPr>
          <p:cNvPr id="180" name="Google Shape;180;g388bf2b7d7f_10_29"/>
          <p:cNvSpPr txBox="1"/>
          <p:nvPr>
            <p:ph idx="4294967295" type="body"/>
          </p:nvPr>
        </p:nvSpPr>
        <p:spPr>
          <a:xfrm>
            <a:off x="6513775" y="2656096"/>
            <a:ext cx="4141500" cy="3476700"/>
          </a:xfrm>
          <a:prstGeom prst="rect">
            <a:avLst/>
          </a:prstGeom>
        </p:spPr>
        <p:txBody>
          <a:bodyPr anchorCtr="0" anchor="t" bIns="45700" lIns="91425" spcFirstLastPara="1" rIns="91425" wrap="square" tIns="45700">
            <a:normAutofit/>
          </a:bodyPr>
          <a:lstStyle/>
          <a:p>
            <a:pPr indent="-381000" lvl="0" marL="457200" rtl="0" algn="l">
              <a:spcBef>
                <a:spcPts val="1000"/>
              </a:spcBef>
              <a:spcAft>
                <a:spcPts val="0"/>
              </a:spcAft>
              <a:buSzPts val="2400"/>
              <a:buChar char="•"/>
            </a:pPr>
            <a:r>
              <a:rPr lang="en-US"/>
              <a:t>Once Blue team release their website, our bot will attempt to interact with it</a:t>
            </a:r>
            <a:endParaRPr/>
          </a:p>
          <a:p>
            <a:pPr indent="-381000" lvl="0" marL="457200" rtl="0" algn="l">
              <a:spcBef>
                <a:spcPts val="0"/>
              </a:spcBef>
              <a:spcAft>
                <a:spcPts val="0"/>
              </a:spcAft>
              <a:buSzPts val="2400"/>
              <a:buChar char="•"/>
            </a:pPr>
            <a:r>
              <a:rPr lang="en-US"/>
              <a:t>Bot will log into the website while trying to avoid CAPTCHA v3 detection</a:t>
            </a:r>
            <a:endParaRPr/>
          </a:p>
        </p:txBody>
      </p:sp>
      <p:sp>
        <p:nvSpPr>
          <p:cNvPr id="181" name="Google Shape;181;g388bf2b7d7f_10_29"/>
          <p:cNvSpPr txBox="1"/>
          <p:nvPr>
            <p:ph idx="4294967295" type="body"/>
          </p:nvPr>
        </p:nvSpPr>
        <p:spPr>
          <a:xfrm>
            <a:off x="6513779" y="1865822"/>
            <a:ext cx="4141500" cy="620700"/>
          </a:xfrm>
          <a:prstGeom prst="rect">
            <a:avLst/>
          </a:prstGeom>
        </p:spPr>
        <p:txBody>
          <a:bodyPr anchorCtr="0" anchor="t" bIns="45700" lIns="91425" spcFirstLastPara="1" rIns="91425" wrap="square" tIns="45700">
            <a:normAutofit fontScale="85000" lnSpcReduction="20000"/>
          </a:bodyPr>
          <a:lstStyle/>
          <a:p>
            <a:pPr indent="0" lvl="0" marL="0" rtl="0" algn="l">
              <a:spcBef>
                <a:spcPts val="1000"/>
              </a:spcBef>
              <a:spcAft>
                <a:spcPts val="0"/>
              </a:spcAft>
              <a:buNone/>
            </a:pPr>
            <a:r>
              <a:rPr lang="en-US"/>
              <a:t>Phase 2: Test Against Blue Team Website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88bf2b7d7f_8_0"/>
          <p:cNvSpPr txBox="1"/>
          <p:nvPr>
            <p:ph type="title"/>
          </p:nvPr>
        </p:nvSpPr>
        <p:spPr>
          <a:xfrm>
            <a:off x="1954480" y="0"/>
            <a:ext cx="93993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Arial"/>
              <a:buNone/>
            </a:pPr>
            <a:r>
              <a:rPr lang="en-US"/>
              <a:t>Barriers and Risks</a:t>
            </a:r>
            <a:endParaRPr/>
          </a:p>
        </p:txBody>
      </p:sp>
      <p:sp>
        <p:nvSpPr>
          <p:cNvPr id="187" name="Google Shape;187;g388bf2b7d7f_8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7  |  George Mason University</a:t>
            </a:r>
            <a:endParaRPr/>
          </a:p>
        </p:txBody>
      </p:sp>
      <p:sp>
        <p:nvSpPr>
          <p:cNvPr id="188" name="Google Shape;188;g388bf2b7d7f_8_0"/>
          <p:cNvSpPr txBox="1"/>
          <p:nvPr>
            <p:ph idx="1" type="body"/>
          </p:nvPr>
        </p:nvSpPr>
        <p:spPr>
          <a:xfrm>
            <a:off x="1954475" y="1325700"/>
            <a:ext cx="7227000" cy="5603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00"/>
              </a:spcBef>
              <a:spcAft>
                <a:spcPts val="0"/>
              </a:spcAft>
              <a:buNone/>
            </a:pPr>
            <a:r>
              <a:rPr b="1" lang="en-US" sz="1600" u="sng"/>
              <a:t>Potential Risks:</a:t>
            </a:r>
            <a:endParaRPr b="1" sz="1600" u="sng"/>
          </a:p>
          <a:p>
            <a:pPr indent="-330200" lvl="0" marL="457200" rtl="0" algn="l">
              <a:lnSpc>
                <a:spcPct val="100000"/>
              </a:lnSpc>
              <a:spcBef>
                <a:spcPts val="500"/>
              </a:spcBef>
              <a:spcAft>
                <a:spcPts val="0"/>
              </a:spcAft>
              <a:buSzPts val="1600"/>
              <a:buAutoNum type="arabicPeriod"/>
            </a:pPr>
            <a:r>
              <a:rPr lang="en-US" sz="1600"/>
              <a:t>If our bot Google account is getting </a:t>
            </a:r>
            <a:r>
              <a:rPr lang="en-US" sz="1600"/>
              <a:t>permanently</a:t>
            </a:r>
            <a:r>
              <a:rPr lang="en-US" sz="1600"/>
              <a:t> banned by Google, then the team will have to create multiple Google accounts.</a:t>
            </a:r>
            <a:endParaRPr sz="1600"/>
          </a:p>
          <a:p>
            <a:pPr indent="0" lvl="0" marL="914400" rtl="0" algn="l">
              <a:lnSpc>
                <a:spcPct val="100000"/>
              </a:lnSpc>
              <a:spcBef>
                <a:spcPts val="500"/>
              </a:spcBef>
              <a:spcAft>
                <a:spcPts val="0"/>
              </a:spcAft>
              <a:buNone/>
            </a:pPr>
            <a:r>
              <a:rPr lang="en-US" sz="1200"/>
              <a:t>Li</a:t>
            </a:r>
            <a:r>
              <a:rPr lang="en-US" sz="1200"/>
              <a:t>kelihood: 3 | Google continuously monitoring user account behavior on their system</a:t>
            </a:r>
            <a:endParaRPr sz="1200"/>
          </a:p>
          <a:p>
            <a:pPr indent="0" lvl="0" marL="914400" rtl="0" algn="l">
              <a:lnSpc>
                <a:spcPct val="100000"/>
              </a:lnSpc>
              <a:spcBef>
                <a:spcPts val="500"/>
              </a:spcBef>
              <a:spcAft>
                <a:spcPts val="0"/>
              </a:spcAft>
              <a:buNone/>
            </a:pPr>
            <a:r>
              <a:rPr lang="en-US" sz="1200"/>
              <a:t>Impact: 2 | </a:t>
            </a:r>
            <a:r>
              <a:rPr lang="en-US" sz="1200"/>
              <a:t>Creating new Google accounts will result in further time</a:t>
            </a:r>
            <a:r>
              <a:rPr lang="en-US" sz="1200"/>
              <a:t> </a:t>
            </a:r>
            <a:r>
              <a:rPr lang="en-US" sz="1200"/>
              <a:t>diversion from the main project and more account management process.</a:t>
            </a:r>
            <a:endParaRPr sz="1200"/>
          </a:p>
          <a:p>
            <a:pPr indent="0" lvl="0" marL="914400" rtl="0" algn="l">
              <a:lnSpc>
                <a:spcPct val="100000"/>
              </a:lnSpc>
              <a:spcBef>
                <a:spcPts val="500"/>
              </a:spcBef>
              <a:spcAft>
                <a:spcPts val="0"/>
              </a:spcAft>
              <a:buNone/>
            </a:pPr>
            <a:r>
              <a:rPr lang="en-US" sz="1200"/>
              <a:t>Mitigation: Create more Google accounts (expand upon)</a:t>
            </a:r>
            <a:endParaRPr sz="1200"/>
          </a:p>
          <a:p>
            <a:pPr indent="-330200" lvl="0" marL="457200" rtl="0" algn="l">
              <a:lnSpc>
                <a:spcPct val="100000"/>
              </a:lnSpc>
              <a:spcBef>
                <a:spcPts val="500"/>
              </a:spcBef>
              <a:spcAft>
                <a:spcPts val="0"/>
              </a:spcAft>
              <a:buSzPts val="1600"/>
              <a:buAutoNum type="arabicPeriod"/>
            </a:pPr>
            <a:r>
              <a:rPr lang="en-US" sz="1600"/>
              <a:t>If Google </a:t>
            </a:r>
            <a:r>
              <a:rPr lang="en-US" sz="1600"/>
              <a:t>enforces</a:t>
            </a:r>
            <a:r>
              <a:rPr lang="en-US" sz="1600"/>
              <a:t> action based on the IP </a:t>
            </a:r>
            <a:r>
              <a:rPr lang="en-US" sz="1600"/>
              <a:t>address of the physical device hosting the bot, then the team will have to implement IP address rotation and spoofing.</a:t>
            </a:r>
            <a:endParaRPr sz="1600"/>
          </a:p>
          <a:p>
            <a:pPr indent="0" lvl="0" marL="914400" rtl="0" algn="l">
              <a:spcBef>
                <a:spcPts val="500"/>
              </a:spcBef>
              <a:spcAft>
                <a:spcPts val="0"/>
              </a:spcAft>
              <a:buNone/>
            </a:pPr>
            <a:r>
              <a:rPr lang="en-US" sz="1200"/>
              <a:t>Likelihood: 3 | Google continuously monitoring web traffic on their system.</a:t>
            </a:r>
            <a:endParaRPr sz="1200"/>
          </a:p>
          <a:p>
            <a:pPr indent="0" lvl="0" marL="914400" rtl="0" algn="l">
              <a:spcBef>
                <a:spcPts val="500"/>
              </a:spcBef>
              <a:spcAft>
                <a:spcPts val="0"/>
              </a:spcAft>
              <a:buNone/>
            </a:pPr>
            <a:r>
              <a:rPr lang="en-US" sz="1200"/>
              <a:t>Impact: 2 | Spoofing/rotating IP address itself is rather trivial–the downstream effects of said IP activity against reCAPTCHAv3 will have more difficult implications.</a:t>
            </a:r>
            <a:endParaRPr sz="1200"/>
          </a:p>
          <a:p>
            <a:pPr indent="0" lvl="0" marL="914400" rtl="0" algn="l">
              <a:spcBef>
                <a:spcPts val="500"/>
              </a:spcBef>
              <a:spcAft>
                <a:spcPts val="0"/>
              </a:spcAft>
              <a:buNone/>
            </a:pPr>
            <a:r>
              <a:rPr lang="en-US" sz="1200"/>
              <a:t>Mitigation: IP address spoofing with proxy server or spoofing service, activity spoofing on our Google account.</a:t>
            </a:r>
            <a:endParaRPr sz="1600"/>
          </a:p>
          <a:p>
            <a:pPr indent="-330200" lvl="0" marL="457200" rtl="0" algn="l">
              <a:lnSpc>
                <a:spcPct val="100000"/>
              </a:lnSpc>
              <a:spcBef>
                <a:spcPts val="500"/>
              </a:spcBef>
              <a:spcAft>
                <a:spcPts val="0"/>
              </a:spcAft>
              <a:buSzPts val="1600"/>
              <a:buAutoNum type="arabicPeriod"/>
            </a:pPr>
            <a:r>
              <a:rPr lang="en-US" sz="1600"/>
              <a:t>If the sponsor is not happy with the team design model, then the team will </a:t>
            </a:r>
            <a:r>
              <a:rPr lang="en-US" sz="1600"/>
              <a:t>have to redesign from scratch.</a:t>
            </a:r>
            <a:endParaRPr sz="1600"/>
          </a:p>
          <a:p>
            <a:pPr indent="0" lvl="0" marL="914400" rtl="0" algn="l">
              <a:spcBef>
                <a:spcPts val="500"/>
              </a:spcBef>
              <a:spcAft>
                <a:spcPts val="0"/>
              </a:spcAft>
              <a:buNone/>
            </a:pPr>
            <a:r>
              <a:rPr lang="en-US" sz="1200"/>
              <a:t>Likelihood: 1 | Our mentor seems rather amicable with our current implementation.</a:t>
            </a:r>
            <a:endParaRPr sz="1200"/>
          </a:p>
          <a:p>
            <a:pPr indent="0" lvl="0" marL="914400" rtl="0" algn="l">
              <a:spcBef>
                <a:spcPts val="500"/>
              </a:spcBef>
              <a:spcAft>
                <a:spcPts val="0"/>
              </a:spcAft>
              <a:buNone/>
            </a:pPr>
            <a:r>
              <a:rPr lang="en-US" sz="1200"/>
              <a:t>Impact: 3 | Forcing the whole team to redesign the model and more additional final product deliverable time delay</a:t>
            </a:r>
            <a:endParaRPr sz="1200"/>
          </a:p>
          <a:p>
            <a:pPr indent="0" lvl="0" marL="914400" rtl="0" algn="l">
              <a:spcBef>
                <a:spcPts val="500"/>
              </a:spcBef>
              <a:spcAft>
                <a:spcPts val="0"/>
              </a:spcAft>
              <a:buNone/>
            </a:pPr>
            <a:r>
              <a:rPr lang="en-US" sz="1200"/>
              <a:t>Mitigation:Revision of the project</a:t>
            </a:r>
            <a:endParaRPr sz="1600"/>
          </a:p>
          <a:p>
            <a:pPr indent="0" lvl="0" marL="914400" rtl="0" algn="l">
              <a:lnSpc>
                <a:spcPct val="100000"/>
              </a:lnSpc>
              <a:spcBef>
                <a:spcPts val="500"/>
              </a:spcBef>
              <a:spcAft>
                <a:spcPts val="0"/>
              </a:spcAft>
              <a:buNone/>
            </a:pPr>
            <a:r>
              <a:t/>
            </a:r>
            <a:endParaRPr sz="1600"/>
          </a:p>
        </p:txBody>
      </p:sp>
      <p:cxnSp>
        <p:nvCxnSpPr>
          <p:cNvPr id="189" name="Google Shape;189;g388bf2b7d7f_8_0"/>
          <p:cNvCxnSpPr/>
          <p:nvPr/>
        </p:nvCxnSpPr>
        <p:spPr>
          <a:xfrm>
            <a:off x="10030840" y="2506314"/>
            <a:ext cx="1788300" cy="0"/>
          </a:xfrm>
          <a:prstGeom prst="straightConnector1">
            <a:avLst/>
          </a:prstGeom>
          <a:noFill/>
          <a:ln cap="flat" cmpd="sng" w="19050">
            <a:solidFill>
              <a:schemeClr val="dk1"/>
            </a:solidFill>
            <a:prstDash val="solid"/>
            <a:miter lim="800000"/>
            <a:headEnd len="sm" w="sm" type="none"/>
            <a:tailEnd len="med" w="med" type="triangle"/>
          </a:ln>
        </p:spPr>
      </p:cxnSp>
      <p:cxnSp>
        <p:nvCxnSpPr>
          <p:cNvPr id="190" name="Google Shape;190;g388bf2b7d7f_8_0"/>
          <p:cNvCxnSpPr/>
          <p:nvPr/>
        </p:nvCxnSpPr>
        <p:spPr>
          <a:xfrm rot="10800000">
            <a:off x="9245731" y="2007371"/>
            <a:ext cx="0" cy="1768800"/>
          </a:xfrm>
          <a:prstGeom prst="straightConnector1">
            <a:avLst/>
          </a:prstGeom>
          <a:noFill/>
          <a:ln cap="flat" cmpd="sng" w="19050">
            <a:solidFill>
              <a:schemeClr val="dk1"/>
            </a:solidFill>
            <a:prstDash val="solid"/>
            <a:miter lim="800000"/>
            <a:headEnd len="sm" w="sm" type="none"/>
            <a:tailEnd len="med" w="med" type="triangle"/>
          </a:ln>
        </p:spPr>
      </p:cxnSp>
      <p:graphicFrame>
        <p:nvGraphicFramePr>
          <p:cNvPr id="191" name="Google Shape;191;g388bf2b7d7f_8_0"/>
          <p:cNvGraphicFramePr/>
          <p:nvPr/>
        </p:nvGraphicFramePr>
        <p:xfrm>
          <a:off x="9437903" y="2670673"/>
          <a:ext cx="3000000" cy="3000000"/>
        </p:xfrm>
        <a:graphic>
          <a:graphicData uri="http://schemas.openxmlformats.org/drawingml/2006/table">
            <a:tbl>
              <a:tblPr>
                <a:noFill/>
                <a:tableStyleId>{97B2537C-5C74-45EB-8683-23615E121D7E}</a:tableStyleId>
              </a:tblPr>
              <a:tblGrid>
                <a:gridCol w="640075"/>
                <a:gridCol w="640075"/>
                <a:gridCol w="640075"/>
                <a:gridCol w="640075"/>
              </a:tblGrid>
              <a:tr h="529475">
                <a:tc>
                  <a:txBody>
                    <a:bodyPr/>
                    <a:lstStyle/>
                    <a:p>
                      <a:pPr indent="0" lvl="0" marL="0" marR="0" rtl="0" algn="ctr">
                        <a:spcBef>
                          <a:spcPts val="0"/>
                        </a:spcBef>
                        <a:spcAft>
                          <a:spcPts val="0"/>
                        </a:spcAft>
                        <a:buNone/>
                      </a:pPr>
                      <a:r>
                        <a:t/>
                      </a:r>
                      <a:endParaRPr b="1" sz="1100" u="none" cap="none" strike="noStrike"/>
                    </a:p>
                  </a:txBody>
                  <a:tcPr marT="45725" marB="45725" marR="45725" marL="45725"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100" u="none" cap="none" strike="noStrike"/>
                        <a:t>Low</a:t>
                      </a:r>
                      <a:endParaRPr/>
                    </a:p>
                    <a:p>
                      <a:pPr indent="0" lvl="0" marL="0" marR="0" rtl="0" algn="ctr">
                        <a:spcBef>
                          <a:spcPts val="0"/>
                        </a:spcBef>
                        <a:spcAft>
                          <a:spcPts val="0"/>
                        </a:spcAft>
                        <a:buNone/>
                      </a:pPr>
                      <a:r>
                        <a:rPr b="1" lang="en-US" sz="1100" u="none" cap="none" strike="noStrike"/>
                        <a:t>1</a:t>
                      </a:r>
                      <a:endParaRPr/>
                    </a:p>
                  </a:txBody>
                  <a:tcPr marT="45725" marB="45725" marR="45725" marL="45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100" u="none" cap="none" strike="noStrike"/>
                        <a:t>Medium</a:t>
                      </a:r>
                      <a:endParaRPr/>
                    </a:p>
                    <a:p>
                      <a:pPr indent="0" lvl="0" marL="0" marR="0" rtl="0" algn="ctr">
                        <a:spcBef>
                          <a:spcPts val="0"/>
                        </a:spcBef>
                        <a:spcAft>
                          <a:spcPts val="0"/>
                        </a:spcAft>
                        <a:buNone/>
                      </a:pPr>
                      <a:r>
                        <a:rPr b="1" lang="en-US" sz="1100" u="none" cap="none" strike="noStrike"/>
                        <a:t>2</a:t>
                      </a:r>
                      <a:endParaRPr/>
                    </a:p>
                  </a:txBody>
                  <a:tcPr marT="45725" marB="45725" marR="45725" marL="45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100" u="none" cap="none" strike="noStrike"/>
                        <a:t>High</a:t>
                      </a:r>
                      <a:endParaRPr/>
                    </a:p>
                    <a:p>
                      <a:pPr indent="0" lvl="0" marL="0" marR="0" rtl="0" algn="ctr">
                        <a:spcBef>
                          <a:spcPts val="0"/>
                        </a:spcBef>
                        <a:spcAft>
                          <a:spcPts val="0"/>
                        </a:spcAft>
                        <a:buNone/>
                      </a:pPr>
                      <a:r>
                        <a:rPr b="1" lang="en-US" sz="1100" u="none" cap="none" strike="noStrike"/>
                        <a:t>3</a:t>
                      </a:r>
                      <a:endParaRPr/>
                    </a:p>
                  </a:txBody>
                  <a:tcPr marT="45725" marB="45725" marR="45725" marL="45725"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517750">
                <a:tc>
                  <a:txBody>
                    <a:bodyPr/>
                    <a:lstStyle/>
                    <a:p>
                      <a:pPr indent="0" lvl="0" marL="0" marR="0" rtl="0" algn="ctr">
                        <a:spcBef>
                          <a:spcPts val="0"/>
                        </a:spcBef>
                        <a:spcAft>
                          <a:spcPts val="0"/>
                        </a:spcAft>
                        <a:buNone/>
                      </a:pPr>
                      <a:r>
                        <a:rPr b="1" lang="en-US" sz="1100" u="none" cap="none" strike="noStrike"/>
                        <a:t>High</a:t>
                      </a:r>
                      <a:endParaRPr/>
                    </a:p>
                    <a:p>
                      <a:pPr indent="0" lvl="0" marL="0" marR="0" rtl="0" algn="ctr">
                        <a:spcBef>
                          <a:spcPts val="0"/>
                        </a:spcBef>
                        <a:spcAft>
                          <a:spcPts val="0"/>
                        </a:spcAft>
                        <a:buNone/>
                      </a:pPr>
                      <a:r>
                        <a:rPr b="1" lang="en-US" sz="1100" u="none" cap="none" strike="noStrike"/>
                        <a:t>3</a:t>
                      </a:r>
                      <a:endParaRPr/>
                    </a:p>
                  </a:txBody>
                  <a:tcPr marT="45725" marB="45725" marR="45725" marL="45725"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1" sz="1100" u="none" cap="none" strike="noStrike"/>
                    </a:p>
                  </a:txBody>
                  <a:tcPr marT="45725" marB="45725" marR="45725" marL="45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c>
                  <a:txBody>
                    <a:bodyPr/>
                    <a:lstStyle/>
                    <a:p>
                      <a:pPr indent="0" lvl="0" marL="0" marR="0" rtl="0" algn="ctr">
                        <a:spcBef>
                          <a:spcPts val="0"/>
                        </a:spcBef>
                        <a:spcAft>
                          <a:spcPts val="0"/>
                        </a:spcAft>
                        <a:buNone/>
                      </a:pPr>
                      <a:r>
                        <a:rPr b="1" lang="en-US" sz="1100"/>
                        <a:t>R1, R2</a:t>
                      </a:r>
                      <a:endParaRPr b="1" sz="1100" u="none" cap="none" strike="noStrike"/>
                    </a:p>
                  </a:txBody>
                  <a:tcPr marT="45725" marB="45725" marR="45725" marL="45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00"/>
                    </a:solidFill>
                  </a:tcPr>
                </a:tc>
                <a:tc>
                  <a:txBody>
                    <a:bodyPr/>
                    <a:lstStyle/>
                    <a:p>
                      <a:pPr indent="0" lvl="0" marL="0" marR="0" rtl="0" algn="ctr">
                        <a:spcBef>
                          <a:spcPts val="0"/>
                        </a:spcBef>
                        <a:spcAft>
                          <a:spcPts val="0"/>
                        </a:spcAft>
                        <a:buNone/>
                      </a:pPr>
                      <a:r>
                        <a:t/>
                      </a:r>
                      <a:endParaRPr b="1" sz="1100" u="none" cap="none" strike="noStrike"/>
                    </a:p>
                  </a:txBody>
                  <a:tcPr marT="45725" marB="45725" marR="45725" marL="45725"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0000"/>
                    </a:solidFill>
                  </a:tcPr>
                </a:tc>
              </a:tr>
              <a:tr h="529475">
                <a:tc>
                  <a:txBody>
                    <a:bodyPr/>
                    <a:lstStyle/>
                    <a:p>
                      <a:pPr indent="0" lvl="0" marL="0" marR="0" rtl="0" algn="ctr">
                        <a:spcBef>
                          <a:spcPts val="0"/>
                        </a:spcBef>
                        <a:spcAft>
                          <a:spcPts val="0"/>
                        </a:spcAft>
                        <a:buNone/>
                      </a:pPr>
                      <a:r>
                        <a:rPr b="1" lang="en-US" sz="1100" u="none" cap="none" strike="noStrike"/>
                        <a:t>Medium</a:t>
                      </a:r>
                      <a:endParaRPr/>
                    </a:p>
                    <a:p>
                      <a:pPr indent="0" lvl="0" marL="0" marR="0" rtl="0" algn="ctr">
                        <a:spcBef>
                          <a:spcPts val="0"/>
                        </a:spcBef>
                        <a:spcAft>
                          <a:spcPts val="0"/>
                        </a:spcAft>
                        <a:buNone/>
                      </a:pPr>
                      <a:r>
                        <a:rPr b="1" lang="en-US" sz="1100" u="none" cap="none" strike="noStrike"/>
                        <a:t>2</a:t>
                      </a:r>
                      <a:endParaRPr/>
                    </a:p>
                  </a:txBody>
                  <a:tcPr marT="45725" marB="45725" marR="45725" marL="45725"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1" sz="1100" u="none" cap="none" strike="noStrike"/>
                    </a:p>
                  </a:txBody>
                  <a:tcPr marT="45725" marB="45725" marR="45725" marL="45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c>
                  <a:txBody>
                    <a:bodyPr/>
                    <a:lstStyle/>
                    <a:p>
                      <a:pPr indent="0" lvl="0" marL="0" marR="0" rtl="0" algn="ctr">
                        <a:spcBef>
                          <a:spcPts val="0"/>
                        </a:spcBef>
                        <a:spcAft>
                          <a:spcPts val="0"/>
                        </a:spcAft>
                        <a:buNone/>
                      </a:pPr>
                      <a:r>
                        <a:t/>
                      </a:r>
                      <a:endParaRPr b="1" sz="1100" u="none" cap="none" strike="noStrike"/>
                    </a:p>
                  </a:txBody>
                  <a:tcPr marT="45725" marB="45725" marR="45725" marL="45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00"/>
                    </a:solidFill>
                  </a:tcPr>
                </a:tc>
                <a:tc>
                  <a:txBody>
                    <a:bodyPr/>
                    <a:lstStyle/>
                    <a:p>
                      <a:pPr indent="0" lvl="0" marL="0" marR="0" rtl="0" algn="ctr">
                        <a:spcBef>
                          <a:spcPts val="0"/>
                        </a:spcBef>
                        <a:spcAft>
                          <a:spcPts val="0"/>
                        </a:spcAft>
                        <a:buNone/>
                      </a:pPr>
                      <a:r>
                        <a:t/>
                      </a:r>
                      <a:endParaRPr b="1" sz="1100" u="none" cap="none" strike="noStrike"/>
                    </a:p>
                  </a:txBody>
                  <a:tcPr marT="45725" marB="45725" marR="45725" marL="45725"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00"/>
                    </a:solidFill>
                  </a:tcPr>
                </a:tc>
              </a:tr>
              <a:tr h="517750">
                <a:tc>
                  <a:txBody>
                    <a:bodyPr/>
                    <a:lstStyle/>
                    <a:p>
                      <a:pPr indent="0" lvl="0" marL="0" marR="0" rtl="0" algn="ctr">
                        <a:spcBef>
                          <a:spcPts val="0"/>
                        </a:spcBef>
                        <a:spcAft>
                          <a:spcPts val="0"/>
                        </a:spcAft>
                        <a:buNone/>
                      </a:pPr>
                      <a:r>
                        <a:rPr b="1" lang="en-US" sz="1100" u="none" cap="none" strike="noStrike"/>
                        <a:t>Low</a:t>
                      </a:r>
                      <a:endParaRPr/>
                    </a:p>
                    <a:p>
                      <a:pPr indent="0" lvl="0" marL="0" marR="0" rtl="0" algn="ctr">
                        <a:spcBef>
                          <a:spcPts val="0"/>
                        </a:spcBef>
                        <a:spcAft>
                          <a:spcPts val="0"/>
                        </a:spcAft>
                        <a:buNone/>
                      </a:pPr>
                      <a:r>
                        <a:rPr b="1" lang="en-US" sz="1100" u="none" cap="none" strike="noStrike"/>
                        <a:t>1</a:t>
                      </a:r>
                      <a:endParaRPr/>
                    </a:p>
                  </a:txBody>
                  <a:tcPr marT="45725" marB="45725" marR="45725" marL="45725"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t/>
                      </a:r>
                      <a:endParaRPr b="1" sz="1100" u="none" cap="none" strike="noStrike"/>
                    </a:p>
                  </a:txBody>
                  <a:tcPr marT="45725" marB="45725" marR="45725" marL="45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B050"/>
                    </a:solidFill>
                  </a:tcPr>
                </a:tc>
                <a:tc>
                  <a:txBody>
                    <a:bodyPr/>
                    <a:lstStyle/>
                    <a:p>
                      <a:pPr indent="0" lvl="0" marL="0" marR="0" rtl="0" algn="ctr">
                        <a:spcBef>
                          <a:spcPts val="0"/>
                        </a:spcBef>
                        <a:spcAft>
                          <a:spcPts val="0"/>
                        </a:spcAft>
                        <a:buNone/>
                      </a:pPr>
                      <a:r>
                        <a:t/>
                      </a:r>
                      <a:endParaRPr b="1" sz="1100" u="none" cap="none" strike="noStrike"/>
                    </a:p>
                  </a:txBody>
                  <a:tcPr marT="45725" marB="45725" marR="45725" marL="457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B050"/>
                    </a:solidFill>
                  </a:tcPr>
                </a:tc>
                <a:tc>
                  <a:txBody>
                    <a:bodyPr/>
                    <a:lstStyle/>
                    <a:p>
                      <a:pPr indent="0" lvl="0" marL="0" marR="0" rtl="0" algn="ctr">
                        <a:spcBef>
                          <a:spcPts val="0"/>
                        </a:spcBef>
                        <a:spcAft>
                          <a:spcPts val="0"/>
                        </a:spcAft>
                        <a:buNone/>
                      </a:pPr>
                      <a:r>
                        <a:rPr b="1" lang="en-US" sz="1100"/>
                        <a:t>R3</a:t>
                      </a:r>
                      <a:endParaRPr b="1" sz="1100" u="none" cap="none" strike="noStrike"/>
                    </a:p>
                  </a:txBody>
                  <a:tcPr marT="45725" marB="45725" marR="45725" marL="45725"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B050"/>
                    </a:solidFill>
                  </a:tcPr>
                </a:tc>
              </a:tr>
            </a:tbl>
          </a:graphicData>
        </a:graphic>
      </p:graphicFrame>
      <p:sp>
        <p:nvSpPr>
          <p:cNvPr id="192" name="Google Shape;192;g388bf2b7d7f_8_0"/>
          <p:cNvSpPr/>
          <p:nvPr/>
        </p:nvSpPr>
        <p:spPr>
          <a:xfrm>
            <a:off x="10588369" y="2321797"/>
            <a:ext cx="846600" cy="3387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chemeClr val="dk1"/>
                </a:solidFill>
                <a:latin typeface="Arial"/>
                <a:ea typeface="Arial"/>
                <a:cs typeface="Arial"/>
                <a:sym typeface="Arial"/>
              </a:rPr>
              <a:t>Impact</a:t>
            </a:r>
            <a:endParaRPr b="1" i="0" sz="1600" u="none" cap="none" strike="noStrike">
              <a:solidFill>
                <a:schemeClr val="dk1"/>
              </a:solidFill>
              <a:latin typeface="Arial"/>
              <a:ea typeface="Arial"/>
              <a:cs typeface="Arial"/>
              <a:sym typeface="Arial"/>
            </a:endParaRPr>
          </a:p>
        </p:txBody>
      </p:sp>
      <p:sp>
        <p:nvSpPr>
          <p:cNvPr id="193" name="Google Shape;193;g388bf2b7d7f_8_0"/>
          <p:cNvSpPr/>
          <p:nvPr/>
        </p:nvSpPr>
        <p:spPr>
          <a:xfrm rot="-5400000">
            <a:off x="8640579" y="3548593"/>
            <a:ext cx="1210500" cy="3387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chemeClr val="dk1"/>
                </a:solidFill>
                <a:latin typeface="Arial"/>
                <a:ea typeface="Arial"/>
                <a:cs typeface="Arial"/>
                <a:sym typeface="Arial"/>
              </a:rPr>
              <a:t>Likelihood</a:t>
            </a:r>
            <a:endParaRPr b="1" i="0" sz="1600" u="none" cap="none" strike="noStrike">
              <a:solidFill>
                <a:schemeClr val="dk1"/>
              </a:solidFill>
              <a:latin typeface="Arial"/>
              <a:ea typeface="Arial"/>
              <a:cs typeface="Arial"/>
              <a:sym typeface="Arial"/>
            </a:endParaRPr>
          </a:p>
        </p:txBody>
      </p:sp>
      <p:sp>
        <p:nvSpPr>
          <p:cNvPr id="194" name="Google Shape;194;g388bf2b7d7f_8_0"/>
          <p:cNvSpPr txBox="1"/>
          <p:nvPr/>
        </p:nvSpPr>
        <p:spPr>
          <a:xfrm>
            <a:off x="9309925" y="57725"/>
            <a:ext cx="2634000" cy="1972800"/>
          </a:xfrm>
          <a:prstGeom prst="rect">
            <a:avLst/>
          </a:prstGeom>
          <a:noFill/>
          <a:ln>
            <a:noFill/>
          </a:ln>
        </p:spPr>
        <p:txBody>
          <a:bodyPr anchorCtr="0" anchor="t" bIns="91425" lIns="91425" spcFirstLastPara="1" rIns="91425" wrap="square" tIns="91425">
            <a:spAutoFit/>
          </a:bodyPr>
          <a:lstStyle/>
          <a:p>
            <a:pPr indent="-330200" lvl="0" marL="914400" rtl="0" algn="l">
              <a:spcBef>
                <a:spcPts val="500"/>
              </a:spcBef>
              <a:spcAft>
                <a:spcPts val="0"/>
              </a:spcAft>
              <a:buClr>
                <a:schemeClr val="lt1"/>
              </a:buClr>
              <a:buSzPts val="1600"/>
              <a:buChar char="-"/>
            </a:pPr>
            <a:r>
              <a:rPr lang="en-US" sz="1600">
                <a:solidFill>
                  <a:schemeClr val="lt1"/>
                </a:solidFill>
              </a:rPr>
              <a:t>If the team faced lawsuit with Go</a:t>
            </a:r>
            <a:endParaRPr sz="1600">
              <a:solidFill>
                <a:schemeClr val="lt1"/>
              </a:solidFill>
            </a:endParaRPr>
          </a:p>
          <a:p>
            <a:pPr indent="-330200" lvl="0" marL="914400" rtl="0" algn="l">
              <a:spcBef>
                <a:spcPts val="0"/>
              </a:spcBef>
              <a:spcAft>
                <a:spcPts val="0"/>
              </a:spcAft>
              <a:buClr>
                <a:schemeClr val="lt1"/>
              </a:buClr>
              <a:buSzPts val="1600"/>
              <a:buChar char="-"/>
            </a:pPr>
            <a:r>
              <a:rPr lang="en-US" sz="1600">
                <a:solidFill>
                  <a:schemeClr val="lt1"/>
                </a:solidFill>
              </a:rPr>
              <a:t>ogle, then we will call big daddy GMU to protect us.</a:t>
            </a:r>
            <a:endParaRPr sz="1600">
              <a:solidFill>
                <a:schemeClr val="lt1"/>
              </a:solidFill>
            </a:endParaRPr>
          </a:p>
          <a:p>
            <a:pPr indent="0" lvl="0" marL="914400" rtl="0" algn="l">
              <a:spcBef>
                <a:spcPts val="500"/>
              </a:spcBef>
              <a:spcAft>
                <a:spcPts val="0"/>
              </a:spcAft>
              <a:buNone/>
            </a:pPr>
            <a:r>
              <a:t/>
            </a:r>
            <a:endParaRPr sz="16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88bf2b7d7f_3_26"/>
          <p:cNvSpPr txBox="1"/>
          <p:nvPr>
            <p:ph type="title"/>
          </p:nvPr>
        </p:nvSpPr>
        <p:spPr>
          <a:xfrm>
            <a:off x="1954480" y="0"/>
            <a:ext cx="93993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Arial"/>
              <a:buNone/>
            </a:pPr>
            <a:r>
              <a:rPr lang="en-US"/>
              <a:t>Final Outcomes</a:t>
            </a:r>
            <a:endParaRPr/>
          </a:p>
        </p:txBody>
      </p:sp>
      <p:sp>
        <p:nvSpPr>
          <p:cNvPr id="200" name="Google Shape;200;g388bf2b7d7f_3_26"/>
          <p:cNvSpPr txBox="1"/>
          <p:nvPr>
            <p:ph idx="1" type="body"/>
          </p:nvPr>
        </p:nvSpPr>
        <p:spPr>
          <a:xfrm>
            <a:off x="1954475" y="2124075"/>
            <a:ext cx="9399300" cy="3448500"/>
          </a:xfrm>
          <a:prstGeom prst="rect">
            <a:avLst/>
          </a:prstGeom>
          <a:noFill/>
          <a:ln>
            <a:noFill/>
          </a:ln>
        </p:spPr>
        <p:txBody>
          <a:bodyPr anchorCtr="0" anchor="t" bIns="45700" lIns="91425" spcFirstLastPara="1" rIns="91425" wrap="square" tIns="45700">
            <a:normAutofit lnSpcReduction="20000"/>
          </a:bodyPr>
          <a:lstStyle/>
          <a:p>
            <a:pPr indent="-514350" lvl="0" marL="457200" rtl="0" algn="l">
              <a:lnSpc>
                <a:spcPct val="100000"/>
              </a:lnSpc>
              <a:spcBef>
                <a:spcPts val="0"/>
              </a:spcBef>
              <a:spcAft>
                <a:spcPts val="0"/>
              </a:spcAft>
              <a:buClr>
                <a:schemeClr val="dk1"/>
              </a:buClr>
              <a:buSzPts val="2400"/>
              <a:buFont typeface="Arial"/>
              <a:buAutoNum type="arabicPeriod"/>
            </a:pPr>
            <a:r>
              <a:rPr lang="en-US"/>
              <a:t>A report summarizing the project </a:t>
            </a:r>
            <a:endParaRPr/>
          </a:p>
          <a:p>
            <a:pPr indent="-514350" lvl="1" marL="914400" rtl="0" algn="l">
              <a:lnSpc>
                <a:spcPct val="100000"/>
              </a:lnSpc>
              <a:spcBef>
                <a:spcPts val="500"/>
              </a:spcBef>
              <a:spcAft>
                <a:spcPts val="0"/>
              </a:spcAft>
              <a:buClr>
                <a:schemeClr val="dk1"/>
              </a:buClr>
              <a:buSzPts val="2400"/>
              <a:buFont typeface="Arial"/>
              <a:buChar char="•"/>
            </a:pPr>
            <a:r>
              <a:rPr lang="en-US"/>
              <a:t>Include what invisible CAPTCHA analyzes and collects</a:t>
            </a:r>
            <a:endParaRPr/>
          </a:p>
          <a:p>
            <a:pPr indent="-514350" lvl="1" marL="914400" rtl="0" algn="l">
              <a:lnSpc>
                <a:spcPct val="100000"/>
              </a:lnSpc>
              <a:spcBef>
                <a:spcPts val="500"/>
              </a:spcBef>
              <a:spcAft>
                <a:spcPts val="0"/>
              </a:spcAft>
              <a:buSzPts val="2400"/>
              <a:buChar char="•"/>
            </a:pPr>
            <a:r>
              <a:rPr lang="en-US"/>
              <a:t>Include functional plan on how a bot can circumvent invisible CAPTCHA</a:t>
            </a:r>
            <a:endParaRPr/>
          </a:p>
          <a:p>
            <a:pPr indent="-514350" lvl="0" marL="457200" rtl="0" algn="l">
              <a:lnSpc>
                <a:spcPct val="100000"/>
              </a:lnSpc>
              <a:spcBef>
                <a:spcPts val="1000"/>
              </a:spcBef>
              <a:spcAft>
                <a:spcPts val="0"/>
              </a:spcAft>
              <a:buClr>
                <a:schemeClr val="dk1"/>
              </a:buClr>
              <a:buSzPts val="2400"/>
              <a:buFont typeface="Arial"/>
              <a:buAutoNum type="arabicPeriod"/>
            </a:pPr>
            <a:r>
              <a:rPr lang="en-US"/>
              <a:t>Source code for the autonomous bot</a:t>
            </a:r>
            <a:endParaRPr/>
          </a:p>
          <a:p>
            <a:pPr indent="-381000" lvl="0" marL="457200" rtl="0" algn="l">
              <a:lnSpc>
                <a:spcPct val="100000"/>
              </a:lnSpc>
              <a:spcBef>
                <a:spcPts val="0"/>
              </a:spcBef>
              <a:spcAft>
                <a:spcPts val="0"/>
              </a:spcAft>
              <a:buSzPts val="2400"/>
              <a:buChar char="●"/>
            </a:pPr>
            <a:r>
              <a:rPr lang="en-US"/>
              <a:t>Publish on GitHub</a:t>
            </a:r>
            <a:endParaRPr/>
          </a:p>
          <a:p>
            <a:pPr indent="-381000" lvl="0" marL="457200" rtl="0" algn="l">
              <a:lnSpc>
                <a:spcPct val="100000"/>
              </a:lnSpc>
              <a:spcBef>
                <a:spcPts val="0"/>
              </a:spcBef>
              <a:spcAft>
                <a:spcPts val="0"/>
              </a:spcAft>
              <a:buSzPts val="2400"/>
              <a:buChar char="●"/>
            </a:pPr>
            <a:r>
              <a:rPr lang="en-US"/>
              <a:t>Have live demo of the bot in action bypassing CAPTCHA v3</a:t>
            </a:r>
            <a:endParaRPr/>
          </a:p>
          <a:p>
            <a:pPr indent="-514350" lvl="0" marL="457200" rtl="0" algn="l">
              <a:lnSpc>
                <a:spcPct val="100000"/>
              </a:lnSpc>
              <a:spcBef>
                <a:spcPts val="1000"/>
              </a:spcBef>
              <a:spcAft>
                <a:spcPts val="0"/>
              </a:spcAft>
              <a:buClr>
                <a:schemeClr val="dk1"/>
              </a:buClr>
              <a:buSzPts val="2400"/>
              <a:buFont typeface="Arial"/>
              <a:buAutoNum type="arabicPeriod"/>
            </a:pPr>
            <a:r>
              <a:rPr lang="en-US"/>
              <a:t>Documentation of progress</a:t>
            </a:r>
            <a:endParaRPr/>
          </a:p>
          <a:p>
            <a:pPr indent="-381000" lvl="0" marL="457200" rtl="0" algn="l">
              <a:lnSpc>
                <a:spcPct val="100000"/>
              </a:lnSpc>
              <a:spcBef>
                <a:spcPts val="0"/>
              </a:spcBef>
              <a:spcAft>
                <a:spcPts val="0"/>
              </a:spcAft>
              <a:buSzPts val="2400"/>
              <a:buChar char="●"/>
            </a:pPr>
            <a:r>
              <a:rPr lang="en-US"/>
              <a:t>Show what worked and what did not</a:t>
            </a:r>
            <a:endParaRPr/>
          </a:p>
          <a:p>
            <a:pPr indent="-381000" lvl="0" marL="457200" rtl="0" algn="l">
              <a:lnSpc>
                <a:spcPct val="100000"/>
              </a:lnSpc>
              <a:spcBef>
                <a:spcPts val="0"/>
              </a:spcBef>
              <a:spcAft>
                <a:spcPts val="0"/>
              </a:spcAft>
              <a:buSzPts val="2400"/>
              <a:buChar char="●"/>
            </a:pPr>
            <a:r>
              <a:rPr lang="en-US"/>
              <a:t>reference possible </a:t>
            </a:r>
            <a:r>
              <a:rPr lang="en-US"/>
              <a:t>improvements</a:t>
            </a:r>
            <a:endParaRPr/>
          </a:p>
        </p:txBody>
      </p:sp>
      <p:sp>
        <p:nvSpPr>
          <p:cNvPr id="201" name="Google Shape;201;g388bf2b7d7f_3_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8  |  George Mason University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txBox="1"/>
          <p:nvPr>
            <p:ph type="title"/>
          </p:nvPr>
        </p:nvSpPr>
        <p:spPr>
          <a:xfrm>
            <a:off x="1954480" y="0"/>
            <a:ext cx="9399320" cy="132556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Arial"/>
              <a:buNone/>
            </a:pPr>
            <a:r>
              <a:rPr lang="en-US"/>
              <a:t>Roles &amp; Responsibilities</a:t>
            </a:r>
            <a:endParaRPr/>
          </a:p>
        </p:txBody>
      </p:sp>
      <p:grpSp>
        <p:nvGrpSpPr>
          <p:cNvPr id="207" name="Google Shape;207;p19"/>
          <p:cNvGrpSpPr/>
          <p:nvPr/>
        </p:nvGrpSpPr>
        <p:grpSpPr>
          <a:xfrm>
            <a:off x="2167675" y="1325575"/>
            <a:ext cx="8710020" cy="4940995"/>
            <a:chOff x="-507511" y="-219776"/>
            <a:chExt cx="13992000" cy="7077776"/>
          </a:xfrm>
        </p:grpSpPr>
        <p:sp>
          <p:nvSpPr>
            <p:cNvPr id="208" name="Google Shape;208;p19"/>
            <p:cNvSpPr/>
            <p:nvPr/>
          </p:nvSpPr>
          <p:spPr>
            <a:xfrm>
              <a:off x="-1" y="0"/>
              <a:ext cx="12192000" cy="6858000"/>
            </a:xfrm>
            <a:prstGeom prst="rect">
              <a:avLst/>
            </a:prstGeom>
            <a:solidFill>
              <a:srgbClr val="FFFFFF"/>
            </a:solidFill>
            <a:ln cap="flat"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209" name="Google Shape;209;p19"/>
            <p:cNvSpPr/>
            <p:nvPr/>
          </p:nvSpPr>
          <p:spPr>
            <a:xfrm>
              <a:off x="4336922" y="2692400"/>
              <a:ext cx="3464560" cy="1828800"/>
            </a:xfrm>
            <a:prstGeom prst="rect">
              <a:avLst/>
            </a:prstGeom>
            <a:solidFill>
              <a:srgbClr val="FFFFFF"/>
            </a:solidFill>
            <a:ln cap="flat" cmpd="sng" w="12700">
              <a:solidFill>
                <a:srgbClr val="70AD47"/>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lang="en-US"/>
                <a:t>Group 24 (Red Team)</a:t>
              </a:r>
              <a:endParaRPr/>
            </a:p>
          </p:txBody>
        </p:sp>
        <p:sp>
          <p:nvSpPr>
            <p:cNvPr id="210" name="Google Shape;210;p19"/>
            <p:cNvSpPr/>
            <p:nvPr/>
          </p:nvSpPr>
          <p:spPr>
            <a:xfrm>
              <a:off x="360821" y="3008156"/>
              <a:ext cx="3429000" cy="1197300"/>
            </a:xfrm>
            <a:prstGeom prst="rect">
              <a:avLst/>
            </a:prstGeom>
            <a:solidFill>
              <a:srgbClr val="FFFFFF"/>
            </a:solidFill>
            <a:ln cap="flat" cmpd="sng" w="12700">
              <a:solidFill>
                <a:srgbClr val="5B9BD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1" name="Google Shape;211;p19"/>
            <p:cNvSpPr/>
            <p:nvPr/>
          </p:nvSpPr>
          <p:spPr>
            <a:xfrm>
              <a:off x="8446770" y="2692400"/>
              <a:ext cx="3429000" cy="1828800"/>
            </a:xfrm>
            <a:prstGeom prst="rect">
              <a:avLst/>
            </a:prstGeom>
            <a:solidFill>
              <a:srgbClr val="FFFFFF"/>
            </a:solidFill>
            <a:ln cap="flat" cmpd="sng" w="12700">
              <a:solidFill>
                <a:srgbClr val="FFC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2" name="Google Shape;212;p19"/>
            <p:cNvSpPr/>
            <p:nvPr/>
          </p:nvSpPr>
          <p:spPr>
            <a:xfrm>
              <a:off x="288290" y="5244621"/>
              <a:ext cx="2057400" cy="1280160"/>
            </a:xfrm>
            <a:prstGeom prst="rect">
              <a:avLst/>
            </a:prstGeom>
            <a:solidFill>
              <a:srgbClr val="FFFFFF"/>
            </a:solidFill>
            <a:ln cap="flat" cmpd="sng" w="12700">
              <a:solidFill>
                <a:srgbClr val="70AD47"/>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2286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lang="en-US" sz="1100"/>
                <a:t>Bishesh</a:t>
              </a:r>
              <a:endParaRPr/>
            </a:p>
            <a:p>
              <a:pPr indent="0" lvl="0" marL="0" marR="0" rtl="0" algn="ctr">
                <a:lnSpc>
                  <a:spcPct val="100000"/>
                </a:lnSpc>
                <a:spcBef>
                  <a:spcPts val="0"/>
                </a:spcBef>
                <a:spcAft>
                  <a:spcPts val="0"/>
                </a:spcAft>
                <a:buClr>
                  <a:srgbClr val="000000"/>
                </a:buClr>
                <a:buSzPts val="1100"/>
                <a:buFont typeface="Arial"/>
                <a:buNone/>
              </a:pPr>
              <a:r>
                <a:t/>
              </a:r>
              <a:endParaRPr/>
            </a:p>
          </p:txBody>
        </p:sp>
        <p:sp>
          <p:nvSpPr>
            <p:cNvPr id="213" name="Google Shape;213;p19"/>
            <p:cNvSpPr/>
            <p:nvPr/>
          </p:nvSpPr>
          <p:spPr>
            <a:xfrm>
              <a:off x="2670810" y="5244621"/>
              <a:ext cx="2057400" cy="1280160"/>
            </a:xfrm>
            <a:prstGeom prst="rect">
              <a:avLst/>
            </a:prstGeom>
            <a:solidFill>
              <a:srgbClr val="FFFFFF"/>
            </a:solidFill>
            <a:ln cap="flat" cmpd="sng" w="12700">
              <a:solidFill>
                <a:srgbClr val="70AD47"/>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2286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lang="en-US" sz="1100"/>
                <a:t>David</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4" name="Google Shape;214;p19"/>
            <p:cNvSpPr/>
            <p:nvPr/>
          </p:nvSpPr>
          <p:spPr>
            <a:xfrm>
              <a:off x="5040502" y="5244621"/>
              <a:ext cx="2057400" cy="1280160"/>
            </a:xfrm>
            <a:prstGeom prst="rect">
              <a:avLst/>
            </a:prstGeom>
            <a:solidFill>
              <a:srgbClr val="FFFFFF"/>
            </a:solidFill>
            <a:ln cap="flat" cmpd="sng" w="12700">
              <a:solidFill>
                <a:srgbClr val="70AD47"/>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2286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lang="en-US" sz="1100"/>
                <a:t>Anirudh</a:t>
              </a:r>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5" name="Google Shape;215;p19"/>
            <p:cNvSpPr/>
            <p:nvPr/>
          </p:nvSpPr>
          <p:spPr>
            <a:xfrm>
              <a:off x="7435850" y="5244621"/>
              <a:ext cx="2057400" cy="1280160"/>
            </a:xfrm>
            <a:prstGeom prst="rect">
              <a:avLst/>
            </a:prstGeom>
            <a:solidFill>
              <a:srgbClr val="FFFFFF"/>
            </a:solidFill>
            <a:ln cap="flat" cmpd="sng" w="12700">
              <a:solidFill>
                <a:srgbClr val="70AD47"/>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2286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lang="en-US" sz="1100"/>
                <a:t>Diemmi</a:t>
              </a:r>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6" name="Google Shape;216;p19"/>
            <p:cNvSpPr/>
            <p:nvPr/>
          </p:nvSpPr>
          <p:spPr>
            <a:xfrm>
              <a:off x="9818370" y="5244621"/>
              <a:ext cx="2057400" cy="1280160"/>
            </a:xfrm>
            <a:prstGeom prst="rect">
              <a:avLst/>
            </a:prstGeom>
            <a:solidFill>
              <a:srgbClr val="FFFFFF"/>
            </a:solidFill>
            <a:ln cap="flat" cmpd="sng" w="12700">
              <a:solidFill>
                <a:srgbClr val="70AD47"/>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2286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lang="en-US" sz="1100"/>
                <a:t>Joseph</a:t>
              </a:r>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7" name="Google Shape;217;p19"/>
            <p:cNvSpPr/>
            <p:nvPr/>
          </p:nvSpPr>
          <p:spPr>
            <a:xfrm>
              <a:off x="4336922" y="1244600"/>
              <a:ext cx="3464560" cy="1005840"/>
            </a:xfrm>
            <a:prstGeom prst="rect">
              <a:avLst/>
            </a:prstGeom>
            <a:solidFill>
              <a:srgbClr val="FFFFFF"/>
            </a:solidFill>
            <a:ln cap="flat" cmpd="sng" w="12700">
              <a:solidFill>
                <a:srgbClr val="5B9BD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lang="en-US" sz="1100"/>
                <a:t>GMU</a:t>
              </a:r>
              <a:endParaRPr/>
            </a:p>
          </p:txBody>
        </p:sp>
        <p:grpSp>
          <p:nvGrpSpPr>
            <p:cNvPr id="218" name="Google Shape;218;p19"/>
            <p:cNvGrpSpPr/>
            <p:nvPr/>
          </p:nvGrpSpPr>
          <p:grpSpPr>
            <a:xfrm>
              <a:off x="363738" y="3482008"/>
              <a:ext cx="452303" cy="554029"/>
              <a:chOff x="816748" y="1726411"/>
              <a:chExt cx="1160400" cy="1421377"/>
            </a:xfrm>
          </p:grpSpPr>
          <p:sp>
            <p:nvSpPr>
              <p:cNvPr id="219" name="Google Shape;219;p19"/>
              <p:cNvSpPr/>
              <p:nvPr/>
            </p:nvSpPr>
            <p:spPr>
              <a:xfrm rot="6900731">
                <a:off x="956326" y="2130087"/>
                <a:ext cx="881245" cy="869301"/>
              </a:xfrm>
              <a:prstGeom prst="chord">
                <a:avLst>
                  <a:gd fmla="val 2700000" name="adj1"/>
                  <a:gd fmla="val 15902092" name="adj2"/>
                </a:avLst>
              </a:prstGeom>
              <a:gradFill>
                <a:gsLst>
                  <a:gs pos="0">
                    <a:srgbClr val="70A5DA"/>
                  </a:gs>
                  <a:gs pos="50000">
                    <a:srgbClr val="539BDB"/>
                  </a:gs>
                  <a:gs pos="100000">
                    <a:srgbClr val="4288C8"/>
                  </a:gs>
                </a:gsLst>
                <a:lin ang="5400000" scaled="0"/>
              </a:gradFill>
              <a:ln cap="flat" cmpd="sng" w="9525">
                <a:solidFill>
                  <a:srgbClr val="5B9BD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220" name="Google Shape;220;p19"/>
              <p:cNvSpPr/>
              <p:nvPr/>
            </p:nvSpPr>
            <p:spPr>
              <a:xfrm>
                <a:off x="1076856" y="1726411"/>
                <a:ext cx="640200" cy="640200"/>
              </a:xfrm>
              <a:prstGeom prst="ellipse">
                <a:avLst/>
              </a:prstGeom>
              <a:gradFill>
                <a:gsLst>
                  <a:gs pos="0">
                    <a:srgbClr val="70A5DA"/>
                  </a:gs>
                  <a:gs pos="50000">
                    <a:srgbClr val="539BDB"/>
                  </a:gs>
                  <a:gs pos="100000">
                    <a:srgbClr val="4288C8"/>
                  </a:gs>
                </a:gsLst>
                <a:lin ang="5400000" scaled="0"/>
              </a:gradFill>
              <a:ln cap="flat" cmpd="sng" w="9525">
                <a:solidFill>
                  <a:srgbClr val="5B9BD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grpSp>
        <p:grpSp>
          <p:nvGrpSpPr>
            <p:cNvPr id="221" name="Google Shape;221;p19"/>
            <p:cNvGrpSpPr/>
            <p:nvPr/>
          </p:nvGrpSpPr>
          <p:grpSpPr>
            <a:xfrm>
              <a:off x="8521411" y="2977391"/>
              <a:ext cx="452263" cy="604145"/>
              <a:chOff x="816851" y="431802"/>
              <a:chExt cx="1160298" cy="1549952"/>
            </a:xfrm>
          </p:grpSpPr>
          <p:sp>
            <p:nvSpPr>
              <p:cNvPr id="222" name="Google Shape;222;p19"/>
              <p:cNvSpPr/>
              <p:nvPr/>
            </p:nvSpPr>
            <p:spPr>
              <a:xfrm rot="6900000">
                <a:off x="956338" y="964053"/>
                <a:ext cx="881323" cy="869279"/>
              </a:xfrm>
              <a:prstGeom prst="chord">
                <a:avLst>
                  <a:gd fmla="val 2700000" name="adj1"/>
                  <a:gd fmla="val 15902092" name="adj2"/>
                </a:avLst>
              </a:prstGeom>
              <a:gradFill>
                <a:gsLst>
                  <a:gs pos="0">
                    <a:srgbClr val="FFC647"/>
                  </a:gs>
                  <a:gs pos="50000">
                    <a:srgbClr val="FFC600"/>
                  </a:gs>
                  <a:gs pos="100000">
                    <a:srgbClr val="E3B400"/>
                  </a:gs>
                </a:gsLst>
                <a:lin ang="5400000" scaled="0"/>
              </a:gradFill>
              <a:ln cap="flat" cmpd="sng" w="9525">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223" name="Google Shape;223;p19"/>
              <p:cNvSpPr/>
              <p:nvPr/>
            </p:nvSpPr>
            <p:spPr>
              <a:xfrm>
                <a:off x="1076959" y="431802"/>
                <a:ext cx="640080" cy="640080"/>
              </a:xfrm>
              <a:prstGeom prst="ellipse">
                <a:avLst/>
              </a:prstGeom>
              <a:gradFill>
                <a:gsLst>
                  <a:gs pos="0">
                    <a:srgbClr val="FFC647"/>
                  </a:gs>
                  <a:gs pos="50000">
                    <a:srgbClr val="FFC600"/>
                  </a:gs>
                  <a:gs pos="100000">
                    <a:srgbClr val="E3B400"/>
                  </a:gs>
                </a:gsLst>
                <a:lin ang="5400000" scaled="0"/>
              </a:gradFill>
              <a:ln cap="flat" cmpd="sng" w="9525">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grpSp>
        <p:grpSp>
          <p:nvGrpSpPr>
            <p:cNvPr id="224" name="Google Shape;224;p19"/>
            <p:cNvGrpSpPr/>
            <p:nvPr/>
          </p:nvGrpSpPr>
          <p:grpSpPr>
            <a:xfrm>
              <a:off x="8521411" y="3889748"/>
              <a:ext cx="452263" cy="604145"/>
              <a:chOff x="816851" y="431802"/>
              <a:chExt cx="1160298" cy="1549952"/>
            </a:xfrm>
          </p:grpSpPr>
          <p:sp>
            <p:nvSpPr>
              <p:cNvPr id="225" name="Google Shape;225;p19"/>
              <p:cNvSpPr/>
              <p:nvPr/>
            </p:nvSpPr>
            <p:spPr>
              <a:xfrm rot="6900000">
                <a:off x="956338" y="964053"/>
                <a:ext cx="881323" cy="869279"/>
              </a:xfrm>
              <a:prstGeom prst="chord">
                <a:avLst>
                  <a:gd fmla="val 2700000" name="adj1"/>
                  <a:gd fmla="val 15902092" name="adj2"/>
                </a:avLst>
              </a:prstGeom>
              <a:gradFill>
                <a:gsLst>
                  <a:gs pos="0">
                    <a:srgbClr val="FFC647"/>
                  </a:gs>
                  <a:gs pos="50000">
                    <a:srgbClr val="FFC600"/>
                  </a:gs>
                  <a:gs pos="100000">
                    <a:srgbClr val="E3B400"/>
                  </a:gs>
                </a:gsLst>
                <a:lin ang="5400000" scaled="0"/>
              </a:gradFill>
              <a:ln cap="flat" cmpd="sng" w="9525">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226" name="Google Shape;226;p19"/>
              <p:cNvSpPr/>
              <p:nvPr/>
            </p:nvSpPr>
            <p:spPr>
              <a:xfrm>
                <a:off x="1076959" y="431802"/>
                <a:ext cx="640080" cy="640080"/>
              </a:xfrm>
              <a:prstGeom prst="ellipse">
                <a:avLst/>
              </a:prstGeom>
              <a:gradFill>
                <a:gsLst>
                  <a:gs pos="0">
                    <a:srgbClr val="FFC647"/>
                  </a:gs>
                  <a:gs pos="50000">
                    <a:srgbClr val="FFC600"/>
                  </a:gs>
                  <a:gs pos="100000">
                    <a:srgbClr val="E3B400"/>
                  </a:gs>
                </a:gsLst>
                <a:lin ang="5400000" scaled="0"/>
              </a:gradFill>
              <a:ln cap="flat" cmpd="sng" w="9525">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grpSp>
        <p:grpSp>
          <p:nvGrpSpPr>
            <p:cNvPr id="227" name="Google Shape;227;p19"/>
            <p:cNvGrpSpPr/>
            <p:nvPr/>
          </p:nvGrpSpPr>
          <p:grpSpPr>
            <a:xfrm>
              <a:off x="360824" y="5610381"/>
              <a:ext cx="452263" cy="604145"/>
              <a:chOff x="816851" y="431802"/>
              <a:chExt cx="1160298" cy="1549952"/>
            </a:xfrm>
          </p:grpSpPr>
          <p:sp>
            <p:nvSpPr>
              <p:cNvPr id="228" name="Google Shape;228;p19"/>
              <p:cNvSpPr/>
              <p:nvPr/>
            </p:nvSpPr>
            <p:spPr>
              <a:xfrm rot="6900000">
                <a:off x="956338" y="964053"/>
                <a:ext cx="881323" cy="869279"/>
              </a:xfrm>
              <a:prstGeom prst="chord">
                <a:avLst>
                  <a:gd fmla="val 2700000" name="adj1"/>
                  <a:gd fmla="val 15902092" name="adj2"/>
                </a:avLst>
              </a:prstGeom>
              <a:gradFill>
                <a:gsLst>
                  <a:gs pos="0">
                    <a:srgbClr val="7FB75F"/>
                  </a:gs>
                  <a:gs pos="50000">
                    <a:srgbClr val="6EB141"/>
                  </a:gs>
                  <a:gs pos="100000">
                    <a:srgbClr val="5FA134"/>
                  </a:gs>
                </a:gsLst>
                <a:lin ang="5400000" scaled="0"/>
              </a:gradFill>
              <a:ln cap="flat" cmpd="sng" w="9525">
                <a:solidFill>
                  <a:srgbClr val="70AD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229" name="Google Shape;229;p19"/>
              <p:cNvSpPr/>
              <p:nvPr/>
            </p:nvSpPr>
            <p:spPr>
              <a:xfrm>
                <a:off x="1076959" y="431802"/>
                <a:ext cx="640080" cy="640080"/>
              </a:xfrm>
              <a:prstGeom prst="ellipse">
                <a:avLst/>
              </a:prstGeom>
              <a:gradFill>
                <a:gsLst>
                  <a:gs pos="0">
                    <a:srgbClr val="7FB75F"/>
                  </a:gs>
                  <a:gs pos="50000">
                    <a:srgbClr val="6EB141"/>
                  </a:gs>
                  <a:gs pos="100000">
                    <a:srgbClr val="5FA134"/>
                  </a:gs>
                </a:gsLst>
                <a:lin ang="5400000" scaled="0"/>
              </a:gradFill>
              <a:ln cap="flat" cmpd="sng" w="9525">
                <a:solidFill>
                  <a:srgbClr val="70AD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grpSp>
        <p:grpSp>
          <p:nvGrpSpPr>
            <p:cNvPr id="230" name="Google Shape;230;p19"/>
            <p:cNvGrpSpPr/>
            <p:nvPr/>
          </p:nvGrpSpPr>
          <p:grpSpPr>
            <a:xfrm>
              <a:off x="2719513" y="5610381"/>
              <a:ext cx="452263" cy="604145"/>
              <a:chOff x="816851" y="431802"/>
              <a:chExt cx="1160298" cy="1549952"/>
            </a:xfrm>
          </p:grpSpPr>
          <p:sp>
            <p:nvSpPr>
              <p:cNvPr id="231" name="Google Shape;231;p19"/>
              <p:cNvSpPr/>
              <p:nvPr/>
            </p:nvSpPr>
            <p:spPr>
              <a:xfrm rot="6900000">
                <a:off x="956338" y="964053"/>
                <a:ext cx="881323" cy="869279"/>
              </a:xfrm>
              <a:prstGeom prst="chord">
                <a:avLst>
                  <a:gd fmla="val 2700000" name="adj1"/>
                  <a:gd fmla="val 15902092" name="adj2"/>
                </a:avLst>
              </a:prstGeom>
              <a:gradFill>
                <a:gsLst>
                  <a:gs pos="0">
                    <a:srgbClr val="7FB75F"/>
                  </a:gs>
                  <a:gs pos="50000">
                    <a:srgbClr val="6EB141"/>
                  </a:gs>
                  <a:gs pos="100000">
                    <a:srgbClr val="5FA134"/>
                  </a:gs>
                </a:gsLst>
                <a:lin ang="5400000" scaled="0"/>
              </a:gradFill>
              <a:ln cap="flat" cmpd="sng" w="9525">
                <a:solidFill>
                  <a:srgbClr val="70AD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232" name="Google Shape;232;p19"/>
              <p:cNvSpPr/>
              <p:nvPr/>
            </p:nvSpPr>
            <p:spPr>
              <a:xfrm>
                <a:off x="1076959" y="431802"/>
                <a:ext cx="640080" cy="640080"/>
              </a:xfrm>
              <a:prstGeom prst="ellipse">
                <a:avLst/>
              </a:prstGeom>
              <a:gradFill>
                <a:gsLst>
                  <a:gs pos="0">
                    <a:srgbClr val="7FB75F"/>
                  </a:gs>
                  <a:gs pos="50000">
                    <a:srgbClr val="6EB141"/>
                  </a:gs>
                  <a:gs pos="100000">
                    <a:srgbClr val="5FA134"/>
                  </a:gs>
                </a:gsLst>
                <a:lin ang="5400000" scaled="0"/>
              </a:gradFill>
              <a:ln cap="flat" cmpd="sng" w="9525">
                <a:solidFill>
                  <a:srgbClr val="70AD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grpSp>
        <p:grpSp>
          <p:nvGrpSpPr>
            <p:cNvPr id="233" name="Google Shape;233;p19"/>
            <p:cNvGrpSpPr/>
            <p:nvPr/>
          </p:nvGrpSpPr>
          <p:grpSpPr>
            <a:xfrm>
              <a:off x="5122768" y="5610381"/>
              <a:ext cx="452263" cy="604145"/>
              <a:chOff x="816851" y="431802"/>
              <a:chExt cx="1160298" cy="1549952"/>
            </a:xfrm>
          </p:grpSpPr>
          <p:sp>
            <p:nvSpPr>
              <p:cNvPr id="234" name="Google Shape;234;p19"/>
              <p:cNvSpPr/>
              <p:nvPr/>
            </p:nvSpPr>
            <p:spPr>
              <a:xfrm rot="6900000">
                <a:off x="956338" y="964053"/>
                <a:ext cx="881323" cy="869279"/>
              </a:xfrm>
              <a:prstGeom prst="chord">
                <a:avLst>
                  <a:gd fmla="val 2700000" name="adj1"/>
                  <a:gd fmla="val 15902092" name="adj2"/>
                </a:avLst>
              </a:prstGeom>
              <a:gradFill>
                <a:gsLst>
                  <a:gs pos="0">
                    <a:srgbClr val="7FB75F"/>
                  </a:gs>
                  <a:gs pos="50000">
                    <a:srgbClr val="6EB141"/>
                  </a:gs>
                  <a:gs pos="100000">
                    <a:srgbClr val="5FA134"/>
                  </a:gs>
                </a:gsLst>
                <a:lin ang="5400000" scaled="0"/>
              </a:gradFill>
              <a:ln cap="flat" cmpd="sng" w="9525">
                <a:solidFill>
                  <a:srgbClr val="70AD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235" name="Google Shape;235;p19"/>
              <p:cNvSpPr/>
              <p:nvPr/>
            </p:nvSpPr>
            <p:spPr>
              <a:xfrm>
                <a:off x="1076959" y="431802"/>
                <a:ext cx="640080" cy="640080"/>
              </a:xfrm>
              <a:prstGeom prst="ellipse">
                <a:avLst/>
              </a:prstGeom>
              <a:gradFill>
                <a:gsLst>
                  <a:gs pos="0">
                    <a:srgbClr val="7FB75F"/>
                  </a:gs>
                  <a:gs pos="50000">
                    <a:srgbClr val="6EB141"/>
                  </a:gs>
                  <a:gs pos="100000">
                    <a:srgbClr val="5FA134"/>
                  </a:gs>
                </a:gsLst>
                <a:lin ang="5400000" scaled="0"/>
              </a:gradFill>
              <a:ln cap="flat" cmpd="sng" w="9525">
                <a:solidFill>
                  <a:srgbClr val="70AD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grpSp>
        <p:grpSp>
          <p:nvGrpSpPr>
            <p:cNvPr id="236" name="Google Shape;236;p19"/>
            <p:cNvGrpSpPr/>
            <p:nvPr/>
          </p:nvGrpSpPr>
          <p:grpSpPr>
            <a:xfrm>
              <a:off x="7505080" y="5610381"/>
              <a:ext cx="452263" cy="604145"/>
              <a:chOff x="816851" y="431802"/>
              <a:chExt cx="1160298" cy="1549952"/>
            </a:xfrm>
          </p:grpSpPr>
          <p:sp>
            <p:nvSpPr>
              <p:cNvPr id="237" name="Google Shape;237;p19"/>
              <p:cNvSpPr/>
              <p:nvPr/>
            </p:nvSpPr>
            <p:spPr>
              <a:xfrm rot="6900000">
                <a:off x="956338" y="964053"/>
                <a:ext cx="881323" cy="869279"/>
              </a:xfrm>
              <a:prstGeom prst="chord">
                <a:avLst>
                  <a:gd fmla="val 2700000" name="adj1"/>
                  <a:gd fmla="val 15902092" name="adj2"/>
                </a:avLst>
              </a:prstGeom>
              <a:gradFill>
                <a:gsLst>
                  <a:gs pos="0">
                    <a:srgbClr val="7FB75F"/>
                  </a:gs>
                  <a:gs pos="50000">
                    <a:srgbClr val="6EB141"/>
                  </a:gs>
                  <a:gs pos="100000">
                    <a:srgbClr val="5FA134"/>
                  </a:gs>
                </a:gsLst>
                <a:lin ang="5400000" scaled="0"/>
              </a:gradFill>
              <a:ln cap="flat" cmpd="sng" w="9525">
                <a:solidFill>
                  <a:srgbClr val="70AD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238" name="Google Shape;238;p19"/>
              <p:cNvSpPr/>
              <p:nvPr/>
            </p:nvSpPr>
            <p:spPr>
              <a:xfrm>
                <a:off x="1076959" y="431802"/>
                <a:ext cx="640080" cy="640080"/>
              </a:xfrm>
              <a:prstGeom prst="ellipse">
                <a:avLst/>
              </a:prstGeom>
              <a:gradFill>
                <a:gsLst>
                  <a:gs pos="0">
                    <a:srgbClr val="7FB75F"/>
                  </a:gs>
                  <a:gs pos="50000">
                    <a:srgbClr val="6EB141"/>
                  </a:gs>
                  <a:gs pos="100000">
                    <a:srgbClr val="5FA134"/>
                  </a:gs>
                </a:gsLst>
                <a:lin ang="5400000" scaled="0"/>
              </a:gradFill>
              <a:ln cap="flat" cmpd="sng" w="9525">
                <a:solidFill>
                  <a:srgbClr val="70AD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grpSp>
        <p:grpSp>
          <p:nvGrpSpPr>
            <p:cNvPr id="239" name="Google Shape;239;p19"/>
            <p:cNvGrpSpPr/>
            <p:nvPr/>
          </p:nvGrpSpPr>
          <p:grpSpPr>
            <a:xfrm>
              <a:off x="9892680" y="5610381"/>
              <a:ext cx="452263" cy="604145"/>
              <a:chOff x="816851" y="431802"/>
              <a:chExt cx="1160298" cy="1549952"/>
            </a:xfrm>
          </p:grpSpPr>
          <p:sp>
            <p:nvSpPr>
              <p:cNvPr id="240" name="Google Shape;240;p19"/>
              <p:cNvSpPr/>
              <p:nvPr/>
            </p:nvSpPr>
            <p:spPr>
              <a:xfrm rot="6900000">
                <a:off x="956338" y="964053"/>
                <a:ext cx="881323" cy="869279"/>
              </a:xfrm>
              <a:prstGeom prst="chord">
                <a:avLst>
                  <a:gd fmla="val 2700000" name="adj1"/>
                  <a:gd fmla="val 15902092" name="adj2"/>
                </a:avLst>
              </a:prstGeom>
              <a:gradFill>
                <a:gsLst>
                  <a:gs pos="0">
                    <a:srgbClr val="7FB75F"/>
                  </a:gs>
                  <a:gs pos="50000">
                    <a:srgbClr val="6EB141"/>
                  </a:gs>
                  <a:gs pos="100000">
                    <a:srgbClr val="5FA134"/>
                  </a:gs>
                </a:gsLst>
                <a:lin ang="5400000" scaled="0"/>
              </a:gradFill>
              <a:ln cap="flat" cmpd="sng" w="9525">
                <a:solidFill>
                  <a:srgbClr val="70AD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241" name="Google Shape;241;p19"/>
              <p:cNvSpPr/>
              <p:nvPr/>
            </p:nvSpPr>
            <p:spPr>
              <a:xfrm>
                <a:off x="1076959" y="431802"/>
                <a:ext cx="640080" cy="640080"/>
              </a:xfrm>
              <a:prstGeom prst="ellipse">
                <a:avLst/>
              </a:prstGeom>
              <a:gradFill>
                <a:gsLst>
                  <a:gs pos="0">
                    <a:srgbClr val="7FB75F"/>
                  </a:gs>
                  <a:gs pos="50000">
                    <a:srgbClr val="6EB141"/>
                  </a:gs>
                  <a:gs pos="100000">
                    <a:srgbClr val="5FA134"/>
                  </a:gs>
                </a:gsLst>
                <a:lin ang="5400000" scaled="0"/>
              </a:gradFill>
              <a:ln cap="flat" cmpd="sng" w="9525">
                <a:solidFill>
                  <a:srgbClr val="70AD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grpSp>
        <p:grpSp>
          <p:nvGrpSpPr>
            <p:cNvPr id="242" name="Google Shape;242;p19"/>
            <p:cNvGrpSpPr/>
            <p:nvPr/>
          </p:nvGrpSpPr>
          <p:grpSpPr>
            <a:xfrm>
              <a:off x="4413764" y="1473200"/>
              <a:ext cx="452263" cy="604145"/>
              <a:chOff x="816851" y="431802"/>
              <a:chExt cx="1160298" cy="1549952"/>
            </a:xfrm>
          </p:grpSpPr>
          <p:sp>
            <p:nvSpPr>
              <p:cNvPr id="243" name="Google Shape;243;p19"/>
              <p:cNvSpPr/>
              <p:nvPr/>
            </p:nvSpPr>
            <p:spPr>
              <a:xfrm rot="6900000">
                <a:off x="956338" y="964053"/>
                <a:ext cx="881323" cy="869279"/>
              </a:xfrm>
              <a:prstGeom prst="chord">
                <a:avLst>
                  <a:gd fmla="val 2700000" name="adj1"/>
                  <a:gd fmla="val 15902092" name="adj2"/>
                </a:avLst>
              </a:prstGeom>
              <a:gradFill>
                <a:gsLst>
                  <a:gs pos="0">
                    <a:srgbClr val="70A5DA"/>
                  </a:gs>
                  <a:gs pos="50000">
                    <a:srgbClr val="539BDB"/>
                  </a:gs>
                  <a:gs pos="100000">
                    <a:srgbClr val="4288C8"/>
                  </a:gs>
                </a:gsLst>
                <a:lin ang="5400000" scaled="0"/>
              </a:gradFill>
              <a:ln cap="flat" cmpd="sng" w="9525">
                <a:solidFill>
                  <a:srgbClr val="5B9BD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244" name="Google Shape;244;p19"/>
              <p:cNvSpPr/>
              <p:nvPr/>
            </p:nvSpPr>
            <p:spPr>
              <a:xfrm>
                <a:off x="1076959" y="431802"/>
                <a:ext cx="640080" cy="640080"/>
              </a:xfrm>
              <a:prstGeom prst="ellipse">
                <a:avLst/>
              </a:prstGeom>
              <a:gradFill>
                <a:gsLst>
                  <a:gs pos="0">
                    <a:srgbClr val="70A5DA"/>
                  </a:gs>
                  <a:gs pos="50000">
                    <a:srgbClr val="539BDB"/>
                  </a:gs>
                  <a:gs pos="100000">
                    <a:srgbClr val="4288C8"/>
                  </a:gs>
                </a:gsLst>
                <a:lin ang="5400000" scaled="0"/>
              </a:gradFill>
              <a:ln cap="flat" cmpd="sng" w="9525">
                <a:solidFill>
                  <a:srgbClr val="5B9BD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grpSp>
        <p:sp>
          <p:nvSpPr>
            <p:cNvPr id="245" name="Google Shape;245;p19"/>
            <p:cNvSpPr txBox="1"/>
            <p:nvPr/>
          </p:nvSpPr>
          <p:spPr>
            <a:xfrm>
              <a:off x="791835" y="3260595"/>
              <a:ext cx="2920800" cy="617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lang="en-US" sz="1100"/>
                <a:t>Mingkui Wei</a:t>
              </a:r>
              <a:endParaRPr/>
            </a:p>
            <a:p>
              <a:pPr indent="0" lvl="0" marL="0" rtl="0" algn="ctr">
                <a:spcBef>
                  <a:spcPts val="0"/>
                </a:spcBef>
                <a:spcAft>
                  <a:spcPts val="0"/>
                </a:spcAft>
                <a:buNone/>
              </a:pPr>
              <a:r>
                <a:rPr lang="en-US" sz="1100"/>
                <a:t>mwei2@gmu.edu</a:t>
              </a:r>
              <a:endParaRPr sz="1100"/>
            </a:p>
          </p:txBody>
        </p:sp>
        <p:sp>
          <p:nvSpPr>
            <p:cNvPr id="246" name="Google Shape;246;p19"/>
            <p:cNvSpPr txBox="1"/>
            <p:nvPr/>
          </p:nvSpPr>
          <p:spPr>
            <a:xfrm>
              <a:off x="8851383" y="2928547"/>
              <a:ext cx="2920800" cy="617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lang="en-US" sz="1100"/>
                <a:t>Mingkui Wei</a:t>
              </a:r>
              <a:endParaRPr/>
            </a:p>
            <a:p>
              <a:pPr indent="0" lvl="0" marL="0" marR="0" rtl="0" algn="ctr">
                <a:lnSpc>
                  <a:spcPct val="100000"/>
                </a:lnSpc>
                <a:spcBef>
                  <a:spcPts val="0"/>
                </a:spcBef>
                <a:spcAft>
                  <a:spcPts val="0"/>
                </a:spcAft>
                <a:buClr>
                  <a:srgbClr val="000000"/>
                </a:buClr>
                <a:buSzPts val="1100"/>
                <a:buFont typeface="Arial"/>
                <a:buNone/>
              </a:pPr>
              <a:r>
                <a:rPr lang="en-US" sz="1100"/>
                <a:t>mwei2@gmu.edu</a:t>
              </a:r>
              <a:endParaRPr/>
            </a:p>
          </p:txBody>
        </p:sp>
        <p:sp>
          <p:nvSpPr>
            <p:cNvPr id="247" name="Google Shape;247;p19"/>
            <p:cNvSpPr txBox="1"/>
            <p:nvPr/>
          </p:nvSpPr>
          <p:spPr>
            <a:xfrm>
              <a:off x="8851383" y="3840903"/>
              <a:ext cx="2920800" cy="617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lang="en-US" sz="1100"/>
                <a:t>Jair Ferrari</a:t>
              </a:r>
              <a:endParaRPr/>
            </a:p>
            <a:p>
              <a:pPr indent="0" lvl="0" marL="0" marR="0" rtl="0" algn="ctr">
                <a:lnSpc>
                  <a:spcPct val="100000"/>
                </a:lnSpc>
                <a:spcBef>
                  <a:spcPts val="0"/>
                </a:spcBef>
                <a:spcAft>
                  <a:spcPts val="0"/>
                </a:spcAft>
                <a:buClr>
                  <a:srgbClr val="000000"/>
                </a:buClr>
                <a:buSzPts val="1100"/>
                <a:buFont typeface="Arial"/>
                <a:buNone/>
              </a:pPr>
              <a:r>
                <a:rPr lang="en-US" sz="1100"/>
                <a:t>jfeldens@gmu.edu</a:t>
              </a:r>
              <a:endParaRPr/>
            </a:p>
          </p:txBody>
        </p:sp>
        <p:sp>
          <p:nvSpPr>
            <p:cNvPr id="248" name="Google Shape;248;p19"/>
            <p:cNvSpPr/>
            <p:nvPr/>
          </p:nvSpPr>
          <p:spPr>
            <a:xfrm>
              <a:off x="-507511" y="-219776"/>
              <a:ext cx="13992000" cy="723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lang="en-US" sz="3000"/>
                <a:t>AI-enabled bots that can bypass invisible CAPTCHA</a:t>
              </a:r>
              <a:endParaRPr b="0" i="0" sz="3000" u="none" cap="none" strike="noStrike">
                <a:solidFill>
                  <a:srgbClr val="000000"/>
                </a:solidFill>
                <a:latin typeface="Arial"/>
                <a:ea typeface="Arial"/>
                <a:cs typeface="Arial"/>
                <a:sym typeface="Arial"/>
              </a:endParaRPr>
            </a:p>
          </p:txBody>
        </p:sp>
        <p:cxnSp>
          <p:nvCxnSpPr>
            <p:cNvPr id="249" name="Google Shape;249;p19"/>
            <p:cNvCxnSpPr>
              <a:stCxn id="217" idx="2"/>
              <a:endCxn id="209" idx="0"/>
            </p:cNvCxnSpPr>
            <p:nvPr/>
          </p:nvCxnSpPr>
          <p:spPr>
            <a:xfrm>
              <a:off x="6069202" y="2250440"/>
              <a:ext cx="0" cy="441900"/>
            </a:xfrm>
            <a:prstGeom prst="straightConnector1">
              <a:avLst/>
            </a:prstGeom>
            <a:noFill/>
            <a:ln cap="flat" cmpd="sng" w="19050">
              <a:solidFill>
                <a:srgbClr val="000000"/>
              </a:solidFill>
              <a:prstDash val="solid"/>
              <a:miter lim="800000"/>
              <a:headEnd len="sm" w="sm" type="none"/>
              <a:tailEnd len="sm" w="sm" type="none"/>
            </a:ln>
          </p:spPr>
        </p:cxnSp>
        <p:cxnSp>
          <p:nvCxnSpPr>
            <p:cNvPr id="250" name="Google Shape;250;p19"/>
            <p:cNvCxnSpPr>
              <a:stCxn id="209" idx="2"/>
              <a:endCxn id="212" idx="0"/>
            </p:cNvCxnSpPr>
            <p:nvPr/>
          </p:nvCxnSpPr>
          <p:spPr>
            <a:xfrm rot="5400000">
              <a:off x="3331402" y="2506700"/>
              <a:ext cx="723300" cy="4752300"/>
            </a:xfrm>
            <a:prstGeom prst="bentConnector3">
              <a:avLst>
                <a:gd fmla="val 50008" name="adj1"/>
              </a:avLst>
            </a:prstGeom>
            <a:noFill/>
            <a:ln cap="flat" cmpd="sng" w="19050">
              <a:solidFill>
                <a:srgbClr val="000000"/>
              </a:solidFill>
              <a:prstDash val="solid"/>
              <a:miter lim="800000"/>
              <a:headEnd len="sm" w="sm" type="none"/>
              <a:tailEnd len="sm" w="sm" type="none"/>
            </a:ln>
          </p:spPr>
        </p:cxnSp>
        <p:cxnSp>
          <p:nvCxnSpPr>
            <p:cNvPr id="251" name="Google Shape;251;p19"/>
            <p:cNvCxnSpPr>
              <a:stCxn id="209" idx="2"/>
              <a:endCxn id="252" idx="0"/>
            </p:cNvCxnSpPr>
            <p:nvPr/>
          </p:nvCxnSpPr>
          <p:spPr>
            <a:xfrm flipH="1" rot="-5400000">
              <a:off x="9192502" y="1397900"/>
              <a:ext cx="904800" cy="7151400"/>
            </a:xfrm>
            <a:prstGeom prst="bentConnector3">
              <a:avLst>
                <a:gd fmla="val 50004" name="adj1"/>
              </a:avLst>
            </a:prstGeom>
            <a:noFill/>
            <a:ln cap="flat" cmpd="sng" w="19050">
              <a:solidFill>
                <a:srgbClr val="000000"/>
              </a:solidFill>
              <a:prstDash val="solid"/>
              <a:miter lim="800000"/>
              <a:headEnd len="sm" w="sm" type="none"/>
              <a:tailEnd len="sm" w="sm" type="none"/>
            </a:ln>
          </p:spPr>
        </p:cxnSp>
        <p:cxnSp>
          <p:nvCxnSpPr>
            <p:cNvPr id="253" name="Google Shape;253;p19"/>
            <p:cNvCxnSpPr>
              <a:stCxn id="209" idx="2"/>
              <a:endCxn id="213" idx="0"/>
            </p:cNvCxnSpPr>
            <p:nvPr/>
          </p:nvCxnSpPr>
          <p:spPr>
            <a:xfrm rot="5400000">
              <a:off x="4522702" y="3698000"/>
              <a:ext cx="723300" cy="2369700"/>
            </a:xfrm>
            <a:prstGeom prst="bentConnector3">
              <a:avLst>
                <a:gd fmla="val 50008" name="adj1"/>
              </a:avLst>
            </a:prstGeom>
            <a:noFill/>
            <a:ln cap="flat" cmpd="sng" w="19050">
              <a:solidFill>
                <a:srgbClr val="000000"/>
              </a:solidFill>
              <a:prstDash val="solid"/>
              <a:miter lim="800000"/>
              <a:headEnd len="sm" w="sm" type="none"/>
              <a:tailEnd len="sm" w="sm" type="none"/>
            </a:ln>
          </p:spPr>
        </p:cxnSp>
        <p:cxnSp>
          <p:nvCxnSpPr>
            <p:cNvPr id="254" name="Google Shape;254;p19"/>
            <p:cNvCxnSpPr>
              <a:stCxn id="209" idx="2"/>
              <a:endCxn id="215" idx="0"/>
            </p:cNvCxnSpPr>
            <p:nvPr/>
          </p:nvCxnSpPr>
          <p:spPr>
            <a:xfrm flipH="1" rot="-5400000">
              <a:off x="6905152" y="3685250"/>
              <a:ext cx="723300" cy="2395200"/>
            </a:xfrm>
            <a:prstGeom prst="bentConnector3">
              <a:avLst>
                <a:gd fmla="val 50008" name="adj1"/>
              </a:avLst>
            </a:prstGeom>
            <a:noFill/>
            <a:ln cap="flat" cmpd="sng" w="19050">
              <a:solidFill>
                <a:srgbClr val="000000"/>
              </a:solidFill>
              <a:prstDash val="solid"/>
              <a:miter lim="800000"/>
              <a:headEnd len="sm" w="sm" type="none"/>
              <a:tailEnd len="sm" w="sm" type="none"/>
            </a:ln>
          </p:spPr>
        </p:cxnSp>
        <p:cxnSp>
          <p:nvCxnSpPr>
            <p:cNvPr id="255" name="Google Shape;255;p19"/>
            <p:cNvCxnSpPr>
              <a:stCxn id="209" idx="2"/>
              <a:endCxn id="214" idx="0"/>
            </p:cNvCxnSpPr>
            <p:nvPr/>
          </p:nvCxnSpPr>
          <p:spPr>
            <a:xfrm>
              <a:off x="6069202" y="4521200"/>
              <a:ext cx="0" cy="723300"/>
            </a:xfrm>
            <a:prstGeom prst="straightConnector1">
              <a:avLst/>
            </a:prstGeom>
            <a:noFill/>
            <a:ln cap="flat" cmpd="sng" w="19050">
              <a:solidFill>
                <a:srgbClr val="000000"/>
              </a:solidFill>
              <a:prstDash val="solid"/>
              <a:miter lim="800000"/>
              <a:headEnd len="sm" w="sm" type="none"/>
              <a:tailEnd len="sm" w="sm" type="none"/>
            </a:ln>
          </p:spPr>
        </p:cxnSp>
        <p:cxnSp>
          <p:nvCxnSpPr>
            <p:cNvPr id="256" name="Google Shape;256;p19"/>
            <p:cNvCxnSpPr>
              <a:stCxn id="210" idx="3"/>
              <a:endCxn id="209" idx="1"/>
            </p:cNvCxnSpPr>
            <p:nvPr/>
          </p:nvCxnSpPr>
          <p:spPr>
            <a:xfrm>
              <a:off x="3789821" y="3606806"/>
              <a:ext cx="547200" cy="0"/>
            </a:xfrm>
            <a:prstGeom prst="straightConnector1">
              <a:avLst/>
            </a:prstGeom>
            <a:noFill/>
            <a:ln cap="flat" cmpd="sng" w="19050">
              <a:solidFill>
                <a:srgbClr val="000000"/>
              </a:solidFill>
              <a:prstDash val="dash"/>
              <a:miter lim="800000"/>
              <a:headEnd len="sm" w="sm" type="none"/>
              <a:tailEnd len="sm" w="sm" type="none"/>
            </a:ln>
          </p:spPr>
        </p:cxnSp>
        <p:cxnSp>
          <p:nvCxnSpPr>
            <p:cNvPr id="257" name="Google Shape;257;p19"/>
            <p:cNvCxnSpPr>
              <a:stCxn id="209" idx="3"/>
              <a:endCxn id="211" idx="1"/>
            </p:cNvCxnSpPr>
            <p:nvPr/>
          </p:nvCxnSpPr>
          <p:spPr>
            <a:xfrm>
              <a:off x="7801482" y="3606800"/>
              <a:ext cx="645300" cy="0"/>
            </a:xfrm>
            <a:prstGeom prst="straightConnector1">
              <a:avLst/>
            </a:prstGeom>
            <a:noFill/>
            <a:ln cap="flat" cmpd="sng" w="19050">
              <a:solidFill>
                <a:srgbClr val="000000"/>
              </a:solidFill>
              <a:prstDash val="dash"/>
              <a:miter lim="800000"/>
              <a:headEnd len="sm" w="sm" type="none"/>
              <a:tailEnd len="sm" w="sm" type="none"/>
            </a:ln>
          </p:spPr>
        </p:cxnSp>
      </p:grpSp>
      <p:sp>
        <p:nvSpPr>
          <p:cNvPr id="252" name="Google Shape;252;p19"/>
          <p:cNvSpPr/>
          <p:nvPr/>
        </p:nvSpPr>
        <p:spPr>
          <a:xfrm>
            <a:off x="10073099" y="5266946"/>
            <a:ext cx="1280700" cy="796800"/>
          </a:xfrm>
          <a:prstGeom prst="rect">
            <a:avLst/>
          </a:prstGeom>
          <a:solidFill>
            <a:srgbClr val="FFFFFF"/>
          </a:solidFill>
          <a:ln cap="flat" cmpd="sng" w="12700">
            <a:solidFill>
              <a:srgbClr val="70AD47"/>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2286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lang="en-US" sz="1100"/>
              <a:t>Hiten</a:t>
            </a:r>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8" name="Google Shape;258;p19"/>
          <p:cNvSpPr/>
          <p:nvPr/>
        </p:nvSpPr>
        <p:spPr>
          <a:xfrm rot="6898974">
            <a:off x="10176111" y="5559915"/>
            <a:ext cx="213805" cy="210851"/>
          </a:xfrm>
          <a:prstGeom prst="chord">
            <a:avLst>
              <a:gd fmla="val 2700000" name="adj1"/>
              <a:gd fmla="val 15902092" name="adj2"/>
            </a:avLst>
          </a:prstGeom>
          <a:gradFill>
            <a:gsLst>
              <a:gs pos="0">
                <a:srgbClr val="7FB75F"/>
              </a:gs>
              <a:gs pos="50000">
                <a:srgbClr val="6EB141"/>
              </a:gs>
              <a:gs pos="100000">
                <a:srgbClr val="5FA134"/>
              </a:gs>
            </a:gsLst>
            <a:lin ang="5400012" scaled="0"/>
          </a:gradFill>
          <a:ln cap="flat" cmpd="sng" w="9525">
            <a:solidFill>
              <a:srgbClr val="70AD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259" name="Google Shape;259;p19"/>
          <p:cNvSpPr/>
          <p:nvPr/>
        </p:nvSpPr>
        <p:spPr>
          <a:xfrm>
            <a:off x="10205332" y="5435611"/>
            <a:ext cx="155400" cy="155400"/>
          </a:xfrm>
          <a:prstGeom prst="ellipse">
            <a:avLst/>
          </a:prstGeom>
          <a:gradFill>
            <a:gsLst>
              <a:gs pos="0">
                <a:srgbClr val="7FB75F"/>
              </a:gs>
              <a:gs pos="50000">
                <a:srgbClr val="6EB141"/>
              </a:gs>
              <a:gs pos="100000">
                <a:srgbClr val="5FA134"/>
              </a:gs>
            </a:gsLst>
            <a:lin ang="5400012" scaled="0"/>
          </a:gradFill>
          <a:ln cap="flat" cmpd="sng" w="9525">
            <a:solidFill>
              <a:srgbClr val="70AD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100" u="none" cap="none" strike="noStrike">
              <a:solidFill>
                <a:srgbClr val="FFFFFF"/>
              </a:solidFill>
              <a:latin typeface="Arial"/>
              <a:ea typeface="Arial"/>
              <a:cs typeface="Arial"/>
              <a:sym typeface="Arial"/>
            </a:endParaRPr>
          </a:p>
        </p:txBody>
      </p:sp>
      <p:cxnSp>
        <p:nvCxnSpPr>
          <p:cNvPr id="260" name="Google Shape;260;p19"/>
          <p:cNvCxnSpPr>
            <a:stCxn id="216" idx="0"/>
          </p:cNvCxnSpPr>
          <p:nvPr/>
        </p:nvCxnSpPr>
        <p:spPr>
          <a:xfrm flipH="1" rot="10800000">
            <a:off x="9235902" y="4946170"/>
            <a:ext cx="6300" cy="194100"/>
          </a:xfrm>
          <a:prstGeom prst="straightConnector1">
            <a:avLst/>
          </a:prstGeom>
          <a:noFill/>
          <a:ln cap="flat" cmpd="sng" w="38100">
            <a:solidFill>
              <a:schemeClr val="dk2"/>
            </a:solidFill>
            <a:prstDash val="solid"/>
            <a:round/>
            <a:headEnd len="med" w="med" type="none"/>
            <a:tailEnd len="med" w="med" type="none"/>
          </a:ln>
        </p:spPr>
      </p:cxnSp>
      <p:sp>
        <p:nvSpPr>
          <p:cNvPr id="261" name="Google Shape;261;p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9  |  George Mason University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88bf2b7d7f_2_9"/>
          <p:cNvSpPr txBox="1"/>
          <p:nvPr>
            <p:ph type="title"/>
          </p:nvPr>
        </p:nvSpPr>
        <p:spPr>
          <a:xfrm>
            <a:off x="1954480" y="0"/>
            <a:ext cx="9399300" cy="1325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Roles &amp; Responsibilities</a:t>
            </a:r>
            <a:endParaRPr/>
          </a:p>
        </p:txBody>
      </p:sp>
      <p:graphicFrame>
        <p:nvGraphicFramePr>
          <p:cNvPr id="268" name="Google Shape;268;g388bf2b7d7f_2_9"/>
          <p:cNvGraphicFramePr/>
          <p:nvPr/>
        </p:nvGraphicFramePr>
        <p:xfrm>
          <a:off x="1623700" y="1300574"/>
          <a:ext cx="3000000" cy="3000000"/>
        </p:xfrm>
        <a:graphic>
          <a:graphicData uri="http://schemas.openxmlformats.org/drawingml/2006/table">
            <a:tbl>
              <a:tblPr>
                <a:noFill/>
                <a:tableStyleId>{2217E9BD-C2EA-4827-9F58-8DD1E7929950}</a:tableStyleId>
              </a:tblPr>
              <a:tblGrid>
                <a:gridCol w="3552075"/>
                <a:gridCol w="3476725"/>
                <a:gridCol w="3476725"/>
              </a:tblGrid>
              <a:tr h="419625">
                <a:tc>
                  <a:txBody>
                    <a:bodyPr/>
                    <a:lstStyle/>
                    <a:p>
                      <a:pPr indent="0" lvl="0" marL="0" rtl="0" algn="l">
                        <a:spcBef>
                          <a:spcPts val="0"/>
                        </a:spcBef>
                        <a:spcAft>
                          <a:spcPts val="0"/>
                        </a:spcAft>
                        <a:buNone/>
                      </a:pPr>
                      <a:r>
                        <a:rPr lang="en-US"/>
                        <a:t>Name </a:t>
                      </a:r>
                      <a:endParaRPr/>
                    </a:p>
                  </a:txBody>
                  <a:tcPr marT="91425" marB="91425" marR="91425" marL="91425"/>
                </a:tc>
                <a:tc>
                  <a:txBody>
                    <a:bodyPr/>
                    <a:lstStyle/>
                    <a:p>
                      <a:pPr indent="0" lvl="0" marL="0" rtl="0" algn="l">
                        <a:spcBef>
                          <a:spcPts val="0"/>
                        </a:spcBef>
                        <a:spcAft>
                          <a:spcPts val="0"/>
                        </a:spcAft>
                        <a:buNone/>
                      </a:pPr>
                      <a:r>
                        <a:rPr lang="en-US"/>
                        <a:t>Role</a:t>
                      </a:r>
                      <a:endParaRPr/>
                    </a:p>
                  </a:txBody>
                  <a:tcPr marT="91425" marB="91425" marR="91425" marL="91425"/>
                </a:tc>
                <a:tc>
                  <a:txBody>
                    <a:bodyPr/>
                    <a:lstStyle/>
                    <a:p>
                      <a:pPr indent="0" lvl="0" marL="0" rtl="0" algn="l">
                        <a:spcBef>
                          <a:spcPts val="0"/>
                        </a:spcBef>
                        <a:spcAft>
                          <a:spcPts val="0"/>
                        </a:spcAft>
                        <a:buNone/>
                      </a:pPr>
                      <a:r>
                        <a:rPr lang="en-US"/>
                        <a:t>Responsibilities</a:t>
                      </a:r>
                      <a:endParaRPr/>
                    </a:p>
                  </a:txBody>
                  <a:tcPr marT="91425" marB="91425" marR="91425" marL="91425"/>
                </a:tc>
              </a:tr>
              <a:tr h="496975">
                <a:tc>
                  <a:txBody>
                    <a:bodyPr/>
                    <a:lstStyle/>
                    <a:p>
                      <a:pPr indent="0" lvl="0" marL="0" rtl="0" algn="l">
                        <a:spcBef>
                          <a:spcPts val="0"/>
                        </a:spcBef>
                        <a:spcAft>
                          <a:spcPts val="0"/>
                        </a:spcAft>
                        <a:buNone/>
                      </a:pPr>
                      <a:r>
                        <a:rPr lang="en-US"/>
                        <a:t>Khiem Nguyen</a:t>
                      </a:r>
                      <a:endParaRPr/>
                    </a:p>
                  </a:txBody>
                  <a:tcPr marT="91425" marB="91425" marR="91425" marL="91425"/>
                </a:tc>
                <a:tc>
                  <a:txBody>
                    <a:bodyPr/>
                    <a:lstStyle/>
                    <a:p>
                      <a:pPr indent="-317500" lvl="0" marL="457200" rtl="0" algn="l">
                        <a:spcBef>
                          <a:spcPts val="0"/>
                        </a:spcBef>
                        <a:spcAft>
                          <a:spcPts val="0"/>
                        </a:spcAft>
                        <a:buSzPts val="1400"/>
                        <a:buChar char="-"/>
                      </a:pPr>
                      <a:r>
                        <a:rPr lang="en-US"/>
                        <a:t>Communications manager</a:t>
                      </a:r>
                      <a:endParaRPr/>
                    </a:p>
                    <a:p>
                      <a:pPr indent="-317500" lvl="0" marL="457200" rtl="0" algn="l">
                        <a:spcBef>
                          <a:spcPts val="0"/>
                        </a:spcBef>
                        <a:spcAft>
                          <a:spcPts val="0"/>
                        </a:spcAft>
                        <a:buSzPts val="1400"/>
                        <a:buChar char="-"/>
                      </a:pPr>
                      <a:r>
                        <a:rPr lang="en-US"/>
                        <a:t>Backend programmer</a:t>
                      </a:r>
                      <a:endParaRPr/>
                    </a:p>
                  </a:txBody>
                  <a:tcPr marT="91425" marB="91425" marR="91425" marL="91425"/>
                </a:tc>
                <a:tc>
                  <a:txBody>
                    <a:bodyPr/>
                    <a:lstStyle/>
                    <a:p>
                      <a:pPr indent="-317500" lvl="0" marL="457200" rtl="0" algn="l">
                        <a:spcBef>
                          <a:spcPts val="0"/>
                        </a:spcBef>
                        <a:spcAft>
                          <a:spcPts val="0"/>
                        </a:spcAft>
                        <a:buSzPts val="1400"/>
                        <a:buChar char="-"/>
                      </a:pPr>
                      <a:r>
                        <a:rPr lang="en-US"/>
                        <a:t>Updates mentor and sponsor</a:t>
                      </a:r>
                      <a:endParaRPr/>
                    </a:p>
                    <a:p>
                      <a:pPr indent="-317500" lvl="0" marL="457200" rtl="0" algn="l">
                        <a:spcBef>
                          <a:spcPts val="0"/>
                        </a:spcBef>
                        <a:spcAft>
                          <a:spcPts val="0"/>
                        </a:spcAft>
                        <a:buSzPts val="1400"/>
                        <a:buChar char="-"/>
                      </a:pPr>
                      <a:r>
                        <a:rPr lang="en-US"/>
                        <a:t>Python programming for bot</a:t>
                      </a:r>
                      <a:endParaRPr/>
                    </a:p>
                  </a:txBody>
                  <a:tcPr marT="91425" marB="91425" marR="91425" marL="91425"/>
                </a:tc>
              </a:tr>
              <a:tr h="1018850">
                <a:tc>
                  <a:txBody>
                    <a:bodyPr/>
                    <a:lstStyle/>
                    <a:p>
                      <a:pPr indent="0" lvl="0" marL="0" rtl="0" algn="l">
                        <a:spcBef>
                          <a:spcPts val="0"/>
                        </a:spcBef>
                        <a:spcAft>
                          <a:spcPts val="0"/>
                        </a:spcAft>
                        <a:buNone/>
                      </a:pPr>
                      <a:r>
                        <a:rPr lang="en-US"/>
                        <a:t>Anirudh Maramraj</a:t>
                      </a:r>
                      <a:endParaRPr/>
                    </a:p>
                  </a:txBody>
                  <a:tcPr marT="91425" marB="91425" marR="91425" marL="91425"/>
                </a:tc>
                <a:tc>
                  <a:txBody>
                    <a:bodyPr/>
                    <a:lstStyle/>
                    <a:p>
                      <a:pPr indent="-317500" lvl="0" marL="457200" rtl="0" algn="l">
                        <a:spcBef>
                          <a:spcPts val="0"/>
                        </a:spcBef>
                        <a:spcAft>
                          <a:spcPts val="0"/>
                        </a:spcAft>
                        <a:buSzPts val="1400"/>
                        <a:buChar char="-"/>
                      </a:pPr>
                      <a:r>
                        <a:rPr lang="en-US"/>
                        <a:t>Researcher for account history</a:t>
                      </a:r>
                      <a:endParaRPr/>
                    </a:p>
                    <a:p>
                      <a:pPr indent="-317500" lvl="0" marL="457200" rtl="0" algn="l">
                        <a:spcBef>
                          <a:spcPts val="0"/>
                        </a:spcBef>
                        <a:spcAft>
                          <a:spcPts val="0"/>
                        </a:spcAft>
                        <a:buSzPts val="1400"/>
                        <a:buChar char="-"/>
                      </a:pPr>
                      <a:r>
                        <a:rPr lang="en-US"/>
                        <a:t>Backend</a:t>
                      </a:r>
                      <a:r>
                        <a:rPr lang="en-US"/>
                        <a:t> programmer</a:t>
                      </a:r>
                      <a:endParaRPr/>
                    </a:p>
                  </a:txBody>
                  <a:tcPr marT="91425" marB="91425" marR="91425" marL="91425"/>
                </a:tc>
                <a:tc>
                  <a:txBody>
                    <a:bodyPr/>
                    <a:lstStyle/>
                    <a:p>
                      <a:pPr indent="-317500" lvl="0" marL="457200" rtl="0" algn="l">
                        <a:spcBef>
                          <a:spcPts val="0"/>
                        </a:spcBef>
                        <a:spcAft>
                          <a:spcPts val="0"/>
                        </a:spcAft>
                        <a:buSzPts val="1400"/>
                        <a:buChar char="-"/>
                      </a:pPr>
                      <a:r>
                        <a:rPr lang="en-US"/>
                        <a:t>Try to determine nature of CAPTCHA depending on google account history</a:t>
                      </a:r>
                      <a:endParaRPr/>
                    </a:p>
                    <a:p>
                      <a:pPr indent="-317500" lvl="0" marL="457200" rtl="0" algn="l">
                        <a:spcBef>
                          <a:spcPts val="0"/>
                        </a:spcBef>
                        <a:spcAft>
                          <a:spcPts val="0"/>
                        </a:spcAft>
                        <a:buSzPts val="1400"/>
                        <a:buChar char="-"/>
                      </a:pPr>
                      <a:r>
                        <a:rPr lang="en-US"/>
                        <a:t>Shell programming (the shellcode is currently unused)</a:t>
                      </a:r>
                      <a:endParaRPr/>
                    </a:p>
                  </a:txBody>
                  <a:tcPr marT="91425" marB="91425" marR="91425" marL="91425"/>
                </a:tc>
              </a:tr>
              <a:tr h="556000">
                <a:tc>
                  <a:txBody>
                    <a:bodyPr/>
                    <a:lstStyle/>
                    <a:p>
                      <a:pPr indent="0" lvl="0" marL="0" rtl="0" algn="l">
                        <a:spcBef>
                          <a:spcPts val="0"/>
                        </a:spcBef>
                        <a:spcAft>
                          <a:spcPts val="0"/>
                        </a:spcAft>
                        <a:buNone/>
                      </a:pPr>
                      <a:r>
                        <a:rPr lang="en-US"/>
                        <a:t>Hiten Chintalapalli</a:t>
                      </a:r>
                      <a:endParaRPr/>
                    </a:p>
                  </a:txBody>
                  <a:tcPr marT="91425" marB="91425" marR="91425" marL="91425"/>
                </a:tc>
                <a:tc>
                  <a:txBody>
                    <a:bodyPr/>
                    <a:lstStyle/>
                    <a:p>
                      <a:pPr indent="-317500" lvl="0" marL="457200" rtl="0" algn="l">
                        <a:spcBef>
                          <a:spcPts val="0"/>
                        </a:spcBef>
                        <a:spcAft>
                          <a:spcPts val="0"/>
                        </a:spcAft>
                        <a:buSzPts val="1400"/>
                        <a:buChar char="-"/>
                      </a:pPr>
                      <a:r>
                        <a:rPr lang="en-US"/>
                        <a:t>Researcher for account history</a:t>
                      </a:r>
                      <a:endParaRPr/>
                    </a:p>
                    <a:p>
                      <a:pPr indent="-317500" lvl="0" marL="457200" rtl="0" algn="l">
                        <a:spcBef>
                          <a:spcPts val="0"/>
                        </a:spcBef>
                        <a:spcAft>
                          <a:spcPts val="0"/>
                        </a:spcAft>
                        <a:buSzPts val="1400"/>
                        <a:buChar char="-"/>
                      </a:pPr>
                      <a:r>
                        <a:rPr lang="en-US"/>
                        <a:t>Backend programmer</a:t>
                      </a:r>
                      <a:endParaRPr/>
                    </a:p>
                  </a:txBody>
                  <a:tcPr marT="91425" marB="91425" marR="91425" marL="91425"/>
                </a:tc>
                <a:tc>
                  <a:txBody>
                    <a:bodyPr/>
                    <a:lstStyle/>
                    <a:p>
                      <a:pPr indent="-317500" lvl="0" marL="457200" rtl="0" algn="l">
                        <a:spcBef>
                          <a:spcPts val="0"/>
                        </a:spcBef>
                        <a:spcAft>
                          <a:spcPts val="0"/>
                        </a:spcAft>
                        <a:buSzPts val="1400"/>
                        <a:buChar char="-"/>
                      </a:pPr>
                      <a:r>
                        <a:rPr lang="en-US"/>
                        <a:t>Session cookie research</a:t>
                      </a:r>
                      <a:endParaRPr/>
                    </a:p>
                    <a:p>
                      <a:pPr indent="-317500" lvl="0" marL="457200" rtl="0" algn="l">
                        <a:spcBef>
                          <a:spcPts val="0"/>
                        </a:spcBef>
                        <a:spcAft>
                          <a:spcPts val="0"/>
                        </a:spcAft>
                        <a:buSzPts val="1400"/>
                        <a:buChar char="-"/>
                      </a:pPr>
                      <a:r>
                        <a:rPr lang="en-US"/>
                        <a:t>Python modules and libraries</a:t>
                      </a:r>
                      <a:endParaRPr/>
                    </a:p>
                  </a:txBody>
                  <a:tcPr marT="91425" marB="91425" marR="91425" marL="91425"/>
                </a:tc>
              </a:tr>
              <a:tr h="670950">
                <a:tc>
                  <a:txBody>
                    <a:bodyPr/>
                    <a:lstStyle/>
                    <a:p>
                      <a:pPr indent="0" lvl="0" marL="0" rtl="0" algn="l">
                        <a:spcBef>
                          <a:spcPts val="0"/>
                        </a:spcBef>
                        <a:spcAft>
                          <a:spcPts val="0"/>
                        </a:spcAft>
                        <a:buNone/>
                      </a:pPr>
                      <a:r>
                        <a:rPr lang="en-US"/>
                        <a:t>Joseph-Vinh Nguyen</a:t>
                      </a:r>
                      <a:endParaRPr/>
                    </a:p>
                  </a:txBody>
                  <a:tcPr marT="91425" marB="91425" marR="91425" marL="91425"/>
                </a:tc>
                <a:tc>
                  <a:txBody>
                    <a:bodyPr/>
                    <a:lstStyle/>
                    <a:p>
                      <a:pPr indent="-317500" lvl="0" marL="457200" rtl="0" algn="l">
                        <a:spcBef>
                          <a:spcPts val="0"/>
                        </a:spcBef>
                        <a:spcAft>
                          <a:spcPts val="0"/>
                        </a:spcAft>
                        <a:buSzPts val="1400"/>
                        <a:buChar char="-"/>
                      </a:pPr>
                      <a:r>
                        <a:rPr lang="en-US"/>
                        <a:t>Researcher for account history and cookie weights</a:t>
                      </a:r>
                      <a:endParaRPr/>
                    </a:p>
                    <a:p>
                      <a:pPr indent="-317500" lvl="0" marL="457200" rtl="0" algn="l">
                        <a:spcBef>
                          <a:spcPts val="0"/>
                        </a:spcBef>
                        <a:spcAft>
                          <a:spcPts val="0"/>
                        </a:spcAft>
                        <a:buSzPts val="1400"/>
                        <a:buChar char="-"/>
                      </a:pPr>
                      <a:r>
                        <a:rPr lang="en-US"/>
                        <a:t>Backend programmer</a:t>
                      </a:r>
                      <a:endParaRPr/>
                    </a:p>
                  </a:txBody>
                  <a:tcPr marT="91425" marB="91425" marR="91425" marL="91425"/>
                </a:tc>
                <a:tc>
                  <a:txBody>
                    <a:bodyPr/>
                    <a:lstStyle/>
                    <a:p>
                      <a:pPr indent="-317500" lvl="0" marL="457200" rtl="0" algn="l">
                        <a:spcBef>
                          <a:spcPts val="0"/>
                        </a:spcBef>
                        <a:spcAft>
                          <a:spcPts val="0"/>
                        </a:spcAft>
                        <a:buSzPts val="1400"/>
                        <a:buChar char="-"/>
                      </a:pPr>
                      <a:r>
                        <a:rPr lang="en-US"/>
                        <a:t>Try to determine nature of CAPTCHA depending on Google account history</a:t>
                      </a:r>
                      <a:endParaRPr/>
                    </a:p>
                  </a:txBody>
                  <a:tcPr marT="91425" marB="91425" marR="91425" marL="91425"/>
                </a:tc>
              </a:tr>
              <a:tr h="568550">
                <a:tc>
                  <a:txBody>
                    <a:bodyPr/>
                    <a:lstStyle/>
                    <a:p>
                      <a:pPr indent="0" lvl="0" marL="0" rtl="0" algn="l">
                        <a:spcBef>
                          <a:spcPts val="0"/>
                        </a:spcBef>
                        <a:spcAft>
                          <a:spcPts val="0"/>
                        </a:spcAft>
                        <a:buNone/>
                      </a:pPr>
                      <a:r>
                        <a:rPr lang="en-US"/>
                        <a:t>Diemmi Dao</a:t>
                      </a:r>
                      <a:endParaRPr/>
                    </a:p>
                  </a:txBody>
                  <a:tcPr marT="91425" marB="91425" marR="91425" marL="91425"/>
                </a:tc>
                <a:tc>
                  <a:txBody>
                    <a:bodyPr/>
                    <a:lstStyle/>
                    <a:p>
                      <a:pPr indent="-317500" lvl="0" marL="457200" rtl="0" algn="l">
                        <a:spcBef>
                          <a:spcPts val="0"/>
                        </a:spcBef>
                        <a:spcAft>
                          <a:spcPts val="0"/>
                        </a:spcAft>
                        <a:buSzPts val="1400"/>
                        <a:buChar char="-"/>
                      </a:pPr>
                      <a:r>
                        <a:rPr lang="en-US"/>
                        <a:t>Backend</a:t>
                      </a:r>
                      <a:r>
                        <a:rPr lang="en-US"/>
                        <a:t> programmer</a:t>
                      </a:r>
                      <a:endParaRPr/>
                    </a:p>
                  </a:txBody>
                  <a:tcPr marT="91425" marB="91425" marR="91425" marL="91425"/>
                </a:tc>
                <a:tc>
                  <a:txBody>
                    <a:bodyPr/>
                    <a:lstStyle/>
                    <a:p>
                      <a:pPr indent="-317500" lvl="0" marL="457200" rtl="0" algn="l">
                        <a:spcBef>
                          <a:spcPts val="0"/>
                        </a:spcBef>
                        <a:spcAft>
                          <a:spcPts val="0"/>
                        </a:spcAft>
                        <a:buSzPts val="1400"/>
                        <a:buChar char="-"/>
                      </a:pPr>
                      <a:r>
                        <a:rPr lang="en-US"/>
                        <a:t>Python programming for bot</a:t>
                      </a:r>
                      <a:endParaRPr/>
                    </a:p>
                    <a:p>
                      <a:pPr indent="-317500" lvl="0" marL="457200" rtl="0" algn="l">
                        <a:spcBef>
                          <a:spcPts val="0"/>
                        </a:spcBef>
                        <a:spcAft>
                          <a:spcPts val="0"/>
                        </a:spcAft>
                        <a:buSzPts val="1400"/>
                        <a:buChar char="-"/>
                      </a:pPr>
                      <a:r>
                        <a:rPr lang="en-US"/>
                        <a:t>Python modules and libraries</a:t>
                      </a:r>
                      <a:endParaRPr/>
                    </a:p>
                  </a:txBody>
                  <a:tcPr marT="91425" marB="91425" marR="91425" marL="91425"/>
                </a:tc>
              </a:tr>
              <a:tr h="496975">
                <a:tc>
                  <a:txBody>
                    <a:bodyPr/>
                    <a:lstStyle/>
                    <a:p>
                      <a:pPr indent="0" lvl="0" marL="0" rtl="0" algn="l">
                        <a:spcBef>
                          <a:spcPts val="0"/>
                        </a:spcBef>
                        <a:spcAft>
                          <a:spcPts val="0"/>
                        </a:spcAft>
                        <a:buNone/>
                      </a:pPr>
                      <a:r>
                        <a:rPr lang="en-US"/>
                        <a:t>Bishesh Joshi</a:t>
                      </a:r>
                      <a:endParaRPr/>
                    </a:p>
                  </a:txBody>
                  <a:tcPr marT="91425" marB="91425" marR="91425" marL="91425"/>
                </a:tc>
                <a:tc>
                  <a:txBody>
                    <a:bodyPr/>
                    <a:lstStyle/>
                    <a:p>
                      <a:pPr indent="-317500" lvl="0" marL="457200" rtl="0" algn="l">
                        <a:spcBef>
                          <a:spcPts val="0"/>
                        </a:spcBef>
                        <a:spcAft>
                          <a:spcPts val="0"/>
                        </a:spcAft>
                        <a:buSzPts val="1400"/>
                        <a:buChar char="-"/>
                      </a:pPr>
                      <a:r>
                        <a:rPr lang="en-US"/>
                        <a:t>Backend</a:t>
                      </a:r>
                      <a:r>
                        <a:rPr lang="en-US"/>
                        <a:t> programmer</a:t>
                      </a:r>
                      <a:endParaRPr/>
                    </a:p>
                    <a:p>
                      <a:pPr indent="-317500" lvl="0" marL="457200" rtl="0" algn="l">
                        <a:spcBef>
                          <a:spcPts val="0"/>
                        </a:spcBef>
                        <a:spcAft>
                          <a:spcPts val="0"/>
                        </a:spcAft>
                        <a:buSzPts val="1400"/>
                        <a:buChar char="-"/>
                      </a:pPr>
                      <a:r>
                        <a:rPr lang="en-US"/>
                        <a:t>Researcher for Python libraries</a:t>
                      </a:r>
                      <a:endParaRPr/>
                    </a:p>
                  </a:txBody>
                  <a:tcPr marT="91425" marB="91425" marR="91425" marL="91425"/>
                </a:tc>
                <a:tc>
                  <a:txBody>
                    <a:bodyPr/>
                    <a:lstStyle/>
                    <a:p>
                      <a:pPr indent="-317500" lvl="0" marL="457200" rtl="0" algn="l">
                        <a:spcBef>
                          <a:spcPts val="0"/>
                        </a:spcBef>
                        <a:spcAft>
                          <a:spcPts val="0"/>
                        </a:spcAft>
                        <a:buSzPts val="1400"/>
                        <a:buChar char="-"/>
                      </a:pPr>
                      <a:r>
                        <a:rPr lang="en-US"/>
                        <a:t>Python programming for bot</a:t>
                      </a:r>
                      <a:endParaRPr/>
                    </a:p>
                    <a:p>
                      <a:pPr indent="-317500" lvl="0" marL="457200" rtl="0" algn="l">
                        <a:spcBef>
                          <a:spcPts val="0"/>
                        </a:spcBef>
                        <a:spcAft>
                          <a:spcPts val="0"/>
                        </a:spcAft>
                        <a:buSzPts val="1400"/>
                        <a:buChar char="-"/>
                      </a:pPr>
                      <a:r>
                        <a:rPr lang="en-US"/>
                        <a:t>Selenium headless browser</a:t>
                      </a:r>
                      <a:endParaRPr/>
                    </a:p>
                  </a:txBody>
                  <a:tcPr marT="91425" marB="91425" marR="91425" marL="91425"/>
                </a:tc>
              </a:tr>
            </a:tbl>
          </a:graphicData>
        </a:graphic>
      </p:graphicFrame>
      <p:sp>
        <p:nvSpPr>
          <p:cNvPr id="269" name="Google Shape;269;g388bf2b7d7f_2_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10  |  George Mason University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388bf2b7d7f_3_33"/>
          <p:cNvSpPr txBox="1"/>
          <p:nvPr>
            <p:ph type="title"/>
          </p:nvPr>
        </p:nvSpPr>
        <p:spPr>
          <a:xfrm>
            <a:off x="1954480" y="0"/>
            <a:ext cx="93993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Arial"/>
              <a:buNone/>
            </a:pPr>
            <a:r>
              <a:rPr lang="en-US"/>
              <a:t>Resources Needed</a:t>
            </a:r>
            <a:endParaRPr/>
          </a:p>
        </p:txBody>
      </p:sp>
      <p:sp>
        <p:nvSpPr>
          <p:cNvPr id="275" name="Google Shape;275;g388bf2b7d7f_3_33"/>
          <p:cNvSpPr txBox="1"/>
          <p:nvPr>
            <p:ph idx="1" type="body"/>
          </p:nvPr>
        </p:nvSpPr>
        <p:spPr>
          <a:xfrm>
            <a:off x="1954478" y="1671640"/>
            <a:ext cx="9399300" cy="4812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lang="en-US"/>
              <a:t>All resources needed for this project are open-source.</a:t>
            </a:r>
            <a:endParaRPr/>
          </a:p>
          <a:p>
            <a:pPr indent="0" lvl="0" marL="0" rtl="0" algn="l">
              <a:lnSpc>
                <a:spcPct val="100000"/>
              </a:lnSpc>
              <a:spcBef>
                <a:spcPts val="1000"/>
              </a:spcBef>
              <a:spcAft>
                <a:spcPts val="0"/>
              </a:spcAft>
              <a:buClr>
                <a:schemeClr val="dk1"/>
              </a:buClr>
              <a:buSzPts val="2400"/>
              <a:buNone/>
            </a:pPr>
            <a:r>
              <a:t/>
            </a:r>
            <a:endParaRPr/>
          </a:p>
        </p:txBody>
      </p:sp>
      <p:sp>
        <p:nvSpPr>
          <p:cNvPr id="276" name="Google Shape;276;g388bf2b7d7f_3_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11  |  George Mason University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88bf2b7d7f_3_19"/>
          <p:cNvSpPr txBox="1"/>
          <p:nvPr>
            <p:ph type="title"/>
          </p:nvPr>
        </p:nvSpPr>
        <p:spPr>
          <a:xfrm>
            <a:off x="1954480" y="0"/>
            <a:ext cx="93993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Arial"/>
              <a:buNone/>
            </a:pPr>
            <a:r>
              <a:rPr lang="en-US"/>
              <a:t>Mid-Term Objectives </a:t>
            </a:r>
            <a:endParaRPr/>
          </a:p>
        </p:txBody>
      </p:sp>
      <p:sp>
        <p:nvSpPr>
          <p:cNvPr id="282" name="Google Shape;282;g388bf2b7d7f_3_19"/>
          <p:cNvSpPr txBox="1"/>
          <p:nvPr>
            <p:ph idx="1" type="body"/>
          </p:nvPr>
        </p:nvSpPr>
        <p:spPr>
          <a:xfrm>
            <a:off x="1954478" y="1838131"/>
            <a:ext cx="9718200" cy="45183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Clr>
                <a:schemeClr val="dk1"/>
              </a:buClr>
              <a:buSzPct val="100000"/>
              <a:buNone/>
            </a:pPr>
            <a:r>
              <a:rPr lang="en-US"/>
              <a:t>September</a:t>
            </a:r>
            <a:endParaRPr/>
          </a:p>
          <a:p>
            <a:pPr indent="-388620" lvl="0" marL="342900" rtl="0" algn="l">
              <a:lnSpc>
                <a:spcPct val="100000"/>
              </a:lnSpc>
              <a:spcBef>
                <a:spcPts val="1000"/>
              </a:spcBef>
              <a:spcAft>
                <a:spcPts val="0"/>
              </a:spcAft>
              <a:buClr>
                <a:schemeClr val="dk1"/>
              </a:buClr>
              <a:buSzPct val="100000"/>
              <a:buFont typeface="Arial"/>
              <a:buChar char="•"/>
            </a:pPr>
            <a:r>
              <a:rPr lang="en-US"/>
              <a:t>Develop and review project plan with sponsor; obtain sponsor approval</a:t>
            </a:r>
            <a:endParaRPr/>
          </a:p>
          <a:p>
            <a:pPr indent="-388620" lvl="0" marL="342900" rtl="0" algn="l">
              <a:lnSpc>
                <a:spcPct val="100000"/>
              </a:lnSpc>
              <a:spcBef>
                <a:spcPts val="1000"/>
              </a:spcBef>
              <a:spcAft>
                <a:spcPts val="0"/>
              </a:spcAft>
              <a:buSzPct val="100000"/>
              <a:buChar char="•"/>
            </a:pPr>
            <a:r>
              <a:rPr lang="en-US"/>
              <a:t>Research what invisible CAPTCHA collects and analyzes</a:t>
            </a:r>
            <a:endParaRPr/>
          </a:p>
          <a:p>
            <a:pPr indent="0" lvl="0" marL="0" rtl="0" algn="l">
              <a:lnSpc>
                <a:spcPct val="100000"/>
              </a:lnSpc>
              <a:spcBef>
                <a:spcPts val="1000"/>
              </a:spcBef>
              <a:spcAft>
                <a:spcPts val="0"/>
              </a:spcAft>
              <a:buClr>
                <a:schemeClr val="dk1"/>
              </a:buClr>
              <a:buSzPct val="100000"/>
              <a:buNone/>
            </a:pPr>
            <a:r>
              <a:rPr lang="en-US"/>
              <a:t>October</a:t>
            </a:r>
            <a:endParaRPr/>
          </a:p>
          <a:p>
            <a:pPr indent="-388620" lvl="0" marL="342900" rtl="0" algn="l">
              <a:lnSpc>
                <a:spcPct val="100000"/>
              </a:lnSpc>
              <a:spcBef>
                <a:spcPts val="1000"/>
              </a:spcBef>
              <a:spcAft>
                <a:spcPts val="0"/>
              </a:spcAft>
              <a:buClr>
                <a:schemeClr val="dk1"/>
              </a:buClr>
              <a:buSzPct val="100000"/>
              <a:buFont typeface="Arial"/>
              <a:buChar char="•"/>
            </a:pPr>
            <a:r>
              <a:rPr lang="en-US"/>
              <a:t>Start developing the bot on bypassing Google’s reCAPTHCA v3</a:t>
            </a:r>
            <a:endParaRPr/>
          </a:p>
          <a:p>
            <a:pPr indent="-388620" lvl="0" marL="342900" rtl="0" algn="l">
              <a:lnSpc>
                <a:spcPct val="100000"/>
              </a:lnSpc>
              <a:spcBef>
                <a:spcPts val="1000"/>
              </a:spcBef>
              <a:spcAft>
                <a:spcPts val="0"/>
              </a:spcAft>
              <a:buSzPct val="100000"/>
              <a:buChar char="•"/>
            </a:pPr>
            <a:r>
              <a:rPr lang="en-US"/>
              <a:t>Implement Selenium headless browser through the bot</a:t>
            </a:r>
            <a:endParaRPr/>
          </a:p>
          <a:p>
            <a:pPr indent="0" lvl="0" marL="0" rtl="0" algn="l">
              <a:lnSpc>
                <a:spcPct val="100000"/>
              </a:lnSpc>
              <a:spcBef>
                <a:spcPts val="1000"/>
              </a:spcBef>
              <a:spcAft>
                <a:spcPts val="0"/>
              </a:spcAft>
              <a:buClr>
                <a:schemeClr val="dk1"/>
              </a:buClr>
              <a:buSzPct val="100000"/>
              <a:buNone/>
            </a:pPr>
            <a:r>
              <a:rPr lang="en-US"/>
              <a:t>November</a:t>
            </a:r>
            <a:endParaRPr/>
          </a:p>
          <a:p>
            <a:pPr indent="-388620" lvl="0" marL="342900" rtl="0" algn="l">
              <a:lnSpc>
                <a:spcPct val="100000"/>
              </a:lnSpc>
              <a:spcBef>
                <a:spcPts val="1000"/>
              </a:spcBef>
              <a:spcAft>
                <a:spcPts val="0"/>
              </a:spcAft>
              <a:buClr>
                <a:schemeClr val="dk1"/>
              </a:buClr>
              <a:buSzPct val="100000"/>
              <a:buFont typeface="Arial"/>
              <a:buChar char="•"/>
            </a:pPr>
            <a:r>
              <a:rPr lang="en-US"/>
              <a:t>Have plenty of Google history for dummy account that bot will be logged into while bypassing CAPTCHA</a:t>
            </a:r>
            <a:endParaRPr/>
          </a:p>
          <a:p>
            <a:pPr indent="-388620" lvl="0" marL="342900" rtl="0" algn="l">
              <a:lnSpc>
                <a:spcPct val="100000"/>
              </a:lnSpc>
              <a:spcBef>
                <a:spcPts val="1000"/>
              </a:spcBef>
              <a:spcAft>
                <a:spcPts val="0"/>
              </a:spcAft>
              <a:buClr>
                <a:schemeClr val="dk1"/>
              </a:buClr>
              <a:buSzPct val="100000"/>
              <a:buFont typeface="Arial"/>
              <a:buChar char="•"/>
            </a:pPr>
            <a:r>
              <a:rPr lang="en-US"/>
              <a:t>Start developing the bot on bypassing other v3 vendors</a:t>
            </a:r>
            <a:endParaRPr/>
          </a:p>
          <a:p>
            <a:pPr indent="0" lvl="0" marL="0" rtl="0" algn="l">
              <a:lnSpc>
                <a:spcPct val="100000"/>
              </a:lnSpc>
              <a:spcBef>
                <a:spcPts val="1000"/>
              </a:spcBef>
              <a:spcAft>
                <a:spcPts val="0"/>
              </a:spcAft>
              <a:buClr>
                <a:schemeClr val="dk1"/>
              </a:buClr>
              <a:buSzPct val="100000"/>
              <a:buNone/>
            </a:pPr>
            <a:r>
              <a:rPr lang="en-US"/>
              <a:t>December</a:t>
            </a:r>
            <a:endParaRPr/>
          </a:p>
          <a:p>
            <a:pPr indent="-388620" lvl="0" marL="342900" rtl="0" algn="l">
              <a:lnSpc>
                <a:spcPct val="100000"/>
              </a:lnSpc>
              <a:spcBef>
                <a:spcPts val="1000"/>
              </a:spcBef>
              <a:spcAft>
                <a:spcPts val="0"/>
              </a:spcAft>
              <a:buClr>
                <a:schemeClr val="dk1"/>
              </a:buClr>
              <a:buSzPct val="100000"/>
              <a:buFont typeface="Arial"/>
              <a:buChar char="•"/>
            </a:pPr>
            <a:r>
              <a:rPr lang="en-US"/>
              <a:t>Showcase results to sponsor and mentor</a:t>
            </a:r>
            <a:endParaRPr/>
          </a:p>
        </p:txBody>
      </p:sp>
      <p:sp>
        <p:nvSpPr>
          <p:cNvPr id="283" name="Google Shape;283;g388bf2b7d7f_3_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12  |  George Mason University</a:t>
            </a:r>
            <a:endParaRPr/>
          </a:p>
        </p:txBody>
      </p:sp>
      <p:sp>
        <p:nvSpPr>
          <p:cNvPr id="284" name="Google Shape;284;g388bf2b7d7f_3_19"/>
          <p:cNvSpPr txBox="1"/>
          <p:nvPr>
            <p:ph idx="2" type="body"/>
          </p:nvPr>
        </p:nvSpPr>
        <p:spPr>
          <a:xfrm>
            <a:off x="1954479" y="1416844"/>
            <a:ext cx="9399300" cy="6207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accent2"/>
              </a:buClr>
              <a:buSzPts val="2400"/>
              <a:buNone/>
            </a:pPr>
            <a:r>
              <a:rPr lang="en-US"/>
              <a:t>Fall 2025 Semester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88bf2b7d7f_3_8"/>
          <p:cNvSpPr txBox="1"/>
          <p:nvPr>
            <p:ph type="title"/>
          </p:nvPr>
        </p:nvSpPr>
        <p:spPr>
          <a:xfrm>
            <a:off x="1954480" y="0"/>
            <a:ext cx="93993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Arial"/>
              <a:buNone/>
            </a:pPr>
            <a:r>
              <a:rPr lang="en-US"/>
              <a:t>Deliverables</a:t>
            </a:r>
            <a:endParaRPr/>
          </a:p>
        </p:txBody>
      </p:sp>
      <p:sp>
        <p:nvSpPr>
          <p:cNvPr id="290" name="Google Shape;290;g388bf2b7d7f_3_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13  |  George Mason University</a:t>
            </a:r>
            <a:endParaRPr/>
          </a:p>
        </p:txBody>
      </p:sp>
      <p:pic>
        <p:nvPicPr>
          <p:cNvPr id="291" name="Google Shape;291;g388bf2b7d7f_3_8"/>
          <p:cNvPicPr preferRelativeResize="0"/>
          <p:nvPr/>
        </p:nvPicPr>
        <p:blipFill>
          <a:blip r:embed="rId3">
            <a:alphaModFix/>
          </a:blip>
          <a:stretch>
            <a:fillRect/>
          </a:stretch>
        </p:blipFill>
        <p:spPr>
          <a:xfrm>
            <a:off x="3458400" y="1694563"/>
            <a:ext cx="5695950" cy="2552700"/>
          </a:xfrm>
          <a:prstGeom prst="rect">
            <a:avLst/>
          </a:prstGeom>
          <a:noFill/>
          <a:ln cap="flat" cmpd="sng" w="9525">
            <a:solidFill>
              <a:schemeClr val="dk2"/>
            </a:solidFill>
            <a:prstDash val="solid"/>
            <a:round/>
            <a:headEnd len="sm" w="sm" type="none"/>
            <a:tailEnd len="sm" w="sm" type="none"/>
          </a:ln>
        </p:spPr>
      </p:pic>
      <p:pic>
        <p:nvPicPr>
          <p:cNvPr id="292" name="Google Shape;292;g388bf2b7d7f_3_8"/>
          <p:cNvPicPr preferRelativeResize="0"/>
          <p:nvPr/>
        </p:nvPicPr>
        <p:blipFill>
          <a:blip r:embed="rId4">
            <a:alphaModFix/>
          </a:blip>
          <a:stretch>
            <a:fillRect/>
          </a:stretch>
        </p:blipFill>
        <p:spPr>
          <a:xfrm>
            <a:off x="3453638" y="4482650"/>
            <a:ext cx="5705475" cy="16383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6"/>
          <p:cNvSpPr txBox="1"/>
          <p:nvPr>
            <p:ph type="title"/>
          </p:nvPr>
        </p:nvSpPr>
        <p:spPr>
          <a:xfrm>
            <a:off x="1954480" y="0"/>
            <a:ext cx="9399320" cy="132556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Arial"/>
              <a:buNone/>
            </a:pPr>
            <a:r>
              <a:rPr lang="en-US"/>
              <a:t>Questions/Discussion for Sponsor</a:t>
            </a:r>
            <a:endParaRPr/>
          </a:p>
        </p:txBody>
      </p:sp>
      <p:sp>
        <p:nvSpPr>
          <p:cNvPr id="298" name="Google Shape;298;p26"/>
          <p:cNvSpPr txBox="1"/>
          <p:nvPr>
            <p:ph idx="1" type="body"/>
          </p:nvPr>
        </p:nvSpPr>
        <p:spPr>
          <a:xfrm>
            <a:off x="1954478" y="2124074"/>
            <a:ext cx="9399321" cy="3088006"/>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None/>
            </a:pPr>
            <a:r>
              <a:rPr lang="en-US"/>
              <a:t>N/A</a:t>
            </a:r>
            <a:endParaRPr/>
          </a:p>
        </p:txBody>
      </p:sp>
      <p:sp>
        <p:nvSpPr>
          <p:cNvPr id="299" name="Google Shape;29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14  |  George Mason University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asic_Mason_Theme">
  <a:themeElements>
    <a:clrScheme name="Custom 8">
      <a:dk1>
        <a:srgbClr val="262626"/>
      </a:dk1>
      <a:lt1>
        <a:srgbClr val="FFFFFF"/>
      </a:lt1>
      <a:dk2>
        <a:srgbClr val="006633"/>
      </a:dk2>
      <a:lt2>
        <a:srgbClr val="E7E6E6"/>
      </a:lt2>
      <a:accent1>
        <a:srgbClr val="FFCC33"/>
      </a:accent1>
      <a:accent2>
        <a:srgbClr val="00909E"/>
      </a:accent2>
      <a:accent3>
        <a:srgbClr val="415095"/>
      </a:accent3>
      <a:accent4>
        <a:srgbClr val="AB1D36"/>
      </a:accent4>
      <a:accent5>
        <a:srgbClr val="81A32B"/>
      </a:accent5>
      <a:accent6>
        <a:srgbClr val="9D7F2C"/>
      </a:accent6>
      <a:hlink>
        <a:srgbClr val="F7941D"/>
      </a:hlink>
      <a:folHlink>
        <a:srgbClr val="A623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2021-01-15T20:10:28Z</dcterms:created>
  <dc:creator>Claire Brandt</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0x0101008323B096C2338E44A38B8A76117F3857</vt:lpwstr>
  </property>
</Properties>
</file>